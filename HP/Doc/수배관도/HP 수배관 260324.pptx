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91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9" autoAdjust="0"/>
    <p:restoredTop sz="96118" autoAdjust="0"/>
  </p:normalViewPr>
  <p:slideViewPr>
    <p:cSldViewPr snapToGrid="0">
      <p:cViewPr varScale="1">
        <p:scale>
          <a:sx n="117" d="100"/>
          <a:sy n="117" d="100"/>
        </p:scale>
        <p:origin x="546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726B6-7BA8-48D6-B5CE-EDF1CF7B0A37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A03D7-7D16-4908-B797-531E9C367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865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10190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314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10190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DAF85738-54E4-40E5-945E-F889F45FBE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553811"/>
            <a:ext cx="920917" cy="22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88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77584"/>
            <a:ext cx="12192000" cy="28041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59664"/>
          </a:xfrm>
          <a:prstGeom prst="rect">
            <a:avLst/>
          </a:prstGeom>
        </p:spPr>
      </p:pic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10190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162B346C-5B75-4F37-A5ED-7654BCC800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553811"/>
            <a:ext cx="920917" cy="22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61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77584"/>
            <a:ext cx="12192000" cy="280416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10190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23601187-BBC3-4DD7-8466-B417C90ED8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5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46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553811"/>
            <a:ext cx="920917" cy="22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56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10190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359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10190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DAF85738-54E4-40E5-945E-F889F45FBE8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0209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10190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162B346C-5B75-4F37-A5ED-7654BCC800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1973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10190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23601187-BBC3-4DD7-8466-B417C90ED8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645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472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741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7" r:id="rId2"/>
    <p:sldLayoutId id="2147483660" r:id="rId3"/>
    <p:sldLayoutId id="2147483667" r:id="rId4"/>
    <p:sldLayoutId id="2147483674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099">
            <a:extLst>
              <a:ext uri="{FF2B5EF4-FFF2-40B4-BE49-F238E27FC236}">
                <a16:creationId xmlns:a16="http://schemas.microsoft.com/office/drawing/2014/main" id="{C0E47F08-2CD9-5E57-F9A8-CECC804AC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9329" y="851020"/>
            <a:ext cx="1438385" cy="185340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US" altLang="ko-KR" sz="1000" b="1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7</a:t>
            </a:r>
            <a:r>
              <a:rPr lang="ko-KR" altLang="en-US" sz="1000" b="1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인치 </a:t>
            </a:r>
            <a:r>
              <a:rPr lang="ko-KR" altLang="en-US" sz="1000" b="1" dirty="0" err="1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원칼럼</a:t>
            </a:r>
            <a:r>
              <a:rPr lang="ko-KR" altLang="en-US" sz="1000" b="1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 복합필터</a:t>
            </a:r>
            <a:endParaRPr lang="en-US" altLang="ko-KR" sz="1000" b="1" dirty="0">
              <a:solidFill>
                <a:srgbClr val="000000"/>
              </a:solidFill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70560A-2969-061D-3947-B7E6326505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05" r="10319"/>
          <a:stretch/>
        </p:blipFill>
        <p:spPr>
          <a:xfrm>
            <a:off x="5469684" y="1036360"/>
            <a:ext cx="1082864" cy="1952207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A7DA8B84-1BC8-C825-6603-46586A1D5B6A}"/>
              </a:ext>
            </a:extLst>
          </p:cNvPr>
          <p:cNvGrpSpPr/>
          <p:nvPr/>
        </p:nvGrpSpPr>
        <p:grpSpPr>
          <a:xfrm rot="10800000" flipH="1">
            <a:off x="5309329" y="1292393"/>
            <a:ext cx="271457" cy="288815"/>
            <a:chOff x="6810378" y="5020770"/>
            <a:chExt cx="214198" cy="272307"/>
          </a:xfrm>
        </p:grpSpPr>
        <p:sp>
          <p:nvSpPr>
            <p:cNvPr id="10" name="Freeform 137">
              <a:extLst>
                <a:ext uri="{FF2B5EF4-FFF2-40B4-BE49-F238E27FC236}">
                  <a16:creationId xmlns:a16="http://schemas.microsoft.com/office/drawing/2014/main" id="{DB847284-7E2E-0DEC-AB6D-0FDA4B580F65}"/>
                </a:ext>
              </a:extLst>
            </p:cNvPr>
            <p:cNvSpPr>
              <a:spLocks/>
            </p:cNvSpPr>
            <p:nvPr/>
          </p:nvSpPr>
          <p:spPr bwMode="auto">
            <a:xfrm rot="16200000" flipH="1" flipV="1">
              <a:off x="6813753" y="5149899"/>
              <a:ext cx="144882" cy="116003"/>
            </a:xfrm>
            <a:custGeom>
              <a:avLst/>
              <a:gdLst>
                <a:gd name="T0" fmla="*/ 13 w 69"/>
                <a:gd name="T1" fmla="*/ 0 h 67"/>
                <a:gd name="T2" fmla="*/ 13 w 69"/>
                <a:gd name="T3" fmla="*/ 13 h 67"/>
                <a:gd name="T4" fmla="*/ 0 w 69"/>
                <a:gd name="T5" fmla="*/ 13 h 67"/>
                <a:gd name="T6" fmla="*/ 0 w 69"/>
                <a:gd name="T7" fmla="*/ 87 h 67"/>
                <a:gd name="T8" fmla="*/ 80 w 69"/>
                <a:gd name="T9" fmla="*/ 87 h 67"/>
                <a:gd name="T10" fmla="*/ 89 w 69"/>
                <a:gd name="T11" fmla="*/ 78 h 67"/>
                <a:gd name="T12" fmla="*/ 89 w 69"/>
                <a:gd name="T13" fmla="*/ 1 h 67"/>
                <a:gd name="T14" fmla="*/ 13 w 69"/>
                <a:gd name="T15" fmla="*/ 0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9"/>
                <a:gd name="T25" fmla="*/ 0 h 67"/>
                <a:gd name="T26" fmla="*/ 69 w 69"/>
                <a:gd name="T27" fmla="*/ 67 h 6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9" h="67">
                  <a:moveTo>
                    <a:pt x="13" y="0"/>
                  </a:moveTo>
                  <a:lnTo>
                    <a:pt x="13" y="13"/>
                  </a:lnTo>
                  <a:lnTo>
                    <a:pt x="0" y="13"/>
                  </a:lnTo>
                  <a:lnTo>
                    <a:pt x="0" y="67"/>
                  </a:lnTo>
                  <a:lnTo>
                    <a:pt x="60" y="67"/>
                  </a:lnTo>
                  <a:lnTo>
                    <a:pt x="69" y="58"/>
                  </a:lnTo>
                  <a:lnTo>
                    <a:pt x="69" y="1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grpSp>
          <p:nvGrpSpPr>
            <p:cNvPr id="11" name="Group 138">
              <a:extLst>
                <a:ext uri="{FF2B5EF4-FFF2-40B4-BE49-F238E27FC236}">
                  <a16:creationId xmlns:a16="http://schemas.microsoft.com/office/drawing/2014/main" id="{C6720C81-9D79-A3B2-C603-CFA5D36D65F6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H="1" flipV="1">
              <a:off x="6797757" y="5033391"/>
              <a:ext cx="152846" cy="127603"/>
              <a:chOff x="-43254" y="41867"/>
              <a:chExt cx="84" cy="76"/>
            </a:xfrm>
            <a:solidFill>
              <a:srgbClr val="FFFF00"/>
            </a:solidFill>
          </p:grpSpPr>
          <p:sp>
            <p:nvSpPr>
              <p:cNvPr id="13" name="Rectangle 139">
                <a:extLst>
                  <a:ext uri="{FF2B5EF4-FFF2-40B4-BE49-F238E27FC236}">
                    <a16:creationId xmlns:a16="http://schemas.microsoft.com/office/drawing/2014/main" id="{EBC889DD-FBAE-E009-4777-9BFC679C1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3254" y="41874"/>
                <a:ext cx="13" cy="6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14" name="Rectangle 140">
                <a:extLst>
                  <a:ext uri="{FF2B5EF4-FFF2-40B4-BE49-F238E27FC236}">
                    <a16:creationId xmlns:a16="http://schemas.microsoft.com/office/drawing/2014/main" id="{4AFED0FB-8BC1-5A7A-DF82-32C4EB285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3235" y="41867"/>
                <a:ext cx="65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/>
              </a:p>
            </p:txBody>
          </p:sp>
        </p:grpSp>
        <p:sp>
          <p:nvSpPr>
            <p:cNvPr id="12" name="Rectangle 143">
              <a:extLst>
                <a:ext uri="{FF2B5EF4-FFF2-40B4-BE49-F238E27FC236}">
                  <a16:creationId xmlns:a16="http://schemas.microsoft.com/office/drawing/2014/main" id="{8C02718E-F972-2560-61CC-669E54682C6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6920173" y="5148195"/>
              <a:ext cx="104403" cy="144882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pic>
        <p:nvPicPr>
          <p:cNvPr id="311" name="그림 310">
            <a:extLst>
              <a:ext uri="{FF2B5EF4-FFF2-40B4-BE49-F238E27FC236}">
                <a16:creationId xmlns:a16="http://schemas.microsoft.com/office/drawing/2014/main" id="{7FB4D358-AF0F-F34F-9B29-16F740124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750988" y="4489985"/>
            <a:ext cx="1426075" cy="1038863"/>
          </a:xfrm>
          <a:prstGeom prst="rect">
            <a:avLst/>
          </a:prstGeom>
        </p:spPr>
      </p:pic>
      <p:cxnSp>
        <p:nvCxnSpPr>
          <p:cNvPr id="3" name="직선 연결선 2"/>
          <p:cNvCxnSpPr/>
          <p:nvPr/>
        </p:nvCxnSpPr>
        <p:spPr>
          <a:xfrm>
            <a:off x="-409055" y="1853587"/>
            <a:ext cx="101274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8 / 13</a:t>
            </a:r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1223520" y="1343998"/>
            <a:ext cx="1417285" cy="33392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accent5">
                    <a:lumMod val="75000"/>
                  </a:schemeClr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물통</a:t>
            </a:r>
            <a:endParaRPr lang="en-US" altLang="ko-KR" sz="1200" b="1" dirty="0">
              <a:solidFill>
                <a:schemeClr val="accent5">
                  <a:lumMod val="75000"/>
                </a:schemeClr>
              </a:solidFill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  <a:p>
            <a:pPr algn="ctr"/>
            <a:r>
              <a:rPr lang="en-US" altLang="ko-KR" sz="1200" b="1" dirty="0">
                <a:solidFill>
                  <a:schemeClr val="accent5">
                    <a:lumMod val="75000"/>
                  </a:schemeClr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(1.8L)</a:t>
            </a:r>
            <a:endParaRPr lang="ko-KR" altLang="en-US" sz="1200" b="1" dirty="0">
              <a:solidFill>
                <a:schemeClr val="accent5">
                  <a:lumMod val="75000"/>
                </a:schemeClr>
              </a:solidFill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</p:txBody>
      </p:sp>
      <p:cxnSp>
        <p:nvCxnSpPr>
          <p:cNvPr id="59" name="직선 연결선 58"/>
          <p:cNvCxnSpPr>
            <a:cxnSpLocks/>
          </p:cNvCxnSpPr>
          <p:nvPr/>
        </p:nvCxnSpPr>
        <p:spPr>
          <a:xfrm>
            <a:off x="2638664" y="4497903"/>
            <a:ext cx="968712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오른쪽 화살표 90"/>
          <p:cNvSpPr/>
          <p:nvPr/>
        </p:nvSpPr>
        <p:spPr>
          <a:xfrm rot="16200000">
            <a:off x="5014134" y="3849918"/>
            <a:ext cx="272050" cy="207556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오른쪽 화살표 101"/>
          <p:cNvSpPr/>
          <p:nvPr/>
        </p:nvSpPr>
        <p:spPr>
          <a:xfrm rot="5400000">
            <a:off x="10329204" y="2294347"/>
            <a:ext cx="272050" cy="20755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3" name="그룹 102"/>
          <p:cNvGrpSpPr/>
          <p:nvPr/>
        </p:nvGrpSpPr>
        <p:grpSpPr>
          <a:xfrm>
            <a:off x="8986955" y="1573062"/>
            <a:ext cx="1156599" cy="839295"/>
            <a:chOff x="0" y="0"/>
            <a:chExt cx="1159419" cy="822486"/>
          </a:xfrm>
        </p:grpSpPr>
        <p:grpSp>
          <p:nvGrpSpPr>
            <p:cNvPr id="104" name="Group 256"/>
            <p:cNvGrpSpPr>
              <a:grpSpLocks/>
            </p:cNvGrpSpPr>
            <p:nvPr/>
          </p:nvGrpSpPr>
          <p:grpSpPr bwMode="auto">
            <a:xfrm flipH="1">
              <a:off x="187956" y="0"/>
              <a:ext cx="545228" cy="539570"/>
              <a:chOff x="190500" y="0"/>
              <a:chExt cx="300" cy="304"/>
            </a:xfrm>
          </p:grpSpPr>
          <p:sp>
            <p:nvSpPr>
              <p:cNvPr id="106" name="Rectangle 59"/>
              <p:cNvSpPr>
                <a:spLocks noChangeArrowheads="1"/>
              </p:cNvSpPr>
              <p:nvPr/>
            </p:nvSpPr>
            <p:spPr bwMode="auto">
              <a:xfrm rot="10800000" flipH="1" flipV="1">
                <a:off x="190635" y="0"/>
                <a:ext cx="14" cy="20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07" name="Line 60"/>
              <p:cNvSpPr>
                <a:spLocks noChangeShapeType="1"/>
              </p:cNvSpPr>
              <p:nvPr/>
            </p:nvSpPr>
            <p:spPr bwMode="auto">
              <a:xfrm rot="10800000" flipV="1">
                <a:off x="190588" y="138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08" name="Line 61"/>
              <p:cNvSpPr>
                <a:spLocks noChangeShapeType="1"/>
              </p:cNvSpPr>
              <p:nvPr/>
            </p:nvSpPr>
            <p:spPr bwMode="auto">
              <a:xfrm rot="10800000" flipH="1">
                <a:off x="190594" y="10"/>
                <a:ext cx="5" cy="127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09" name="Rectangle 62"/>
              <p:cNvSpPr>
                <a:spLocks noChangeArrowheads="1"/>
              </p:cNvSpPr>
              <p:nvPr/>
            </p:nvSpPr>
            <p:spPr bwMode="auto">
              <a:xfrm rot="10800000" flipH="1" flipV="1">
                <a:off x="190615" y="20"/>
                <a:ext cx="58" cy="112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10" name="Line 63"/>
              <p:cNvSpPr>
                <a:spLocks noChangeShapeType="1"/>
              </p:cNvSpPr>
              <p:nvPr/>
            </p:nvSpPr>
            <p:spPr bwMode="auto">
              <a:xfrm rot="10800000" flipV="1">
                <a:off x="190703" y="50"/>
                <a:ext cx="29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11" name="Rectangle 64"/>
              <p:cNvSpPr>
                <a:spLocks noChangeArrowheads="1"/>
              </p:cNvSpPr>
              <p:nvPr/>
            </p:nvSpPr>
            <p:spPr bwMode="auto">
              <a:xfrm rot="10800000" flipH="1" flipV="1">
                <a:off x="190673" y="31"/>
                <a:ext cx="29" cy="39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12" name="Rectangle 65"/>
              <p:cNvSpPr>
                <a:spLocks noChangeArrowheads="1"/>
              </p:cNvSpPr>
              <p:nvPr/>
            </p:nvSpPr>
            <p:spPr bwMode="auto">
              <a:xfrm rot="10800000" flipH="1" flipV="1">
                <a:off x="190602" y="147"/>
                <a:ext cx="86" cy="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13" name="Rectangle 66"/>
              <p:cNvSpPr>
                <a:spLocks noChangeArrowheads="1"/>
              </p:cNvSpPr>
              <p:nvPr/>
            </p:nvSpPr>
            <p:spPr bwMode="auto">
              <a:xfrm rot="10800000" flipH="1" flipV="1">
                <a:off x="190738" y="227"/>
                <a:ext cx="62" cy="45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14" name="Rectangle 67"/>
              <p:cNvSpPr>
                <a:spLocks noChangeArrowheads="1"/>
              </p:cNvSpPr>
              <p:nvPr/>
            </p:nvSpPr>
            <p:spPr bwMode="auto">
              <a:xfrm rot="10800000" flipH="1" flipV="1">
                <a:off x="190573" y="191"/>
                <a:ext cx="151" cy="113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15" name="Rectangle 68"/>
              <p:cNvSpPr>
                <a:spLocks noChangeArrowheads="1"/>
              </p:cNvSpPr>
              <p:nvPr/>
            </p:nvSpPr>
            <p:spPr bwMode="auto">
              <a:xfrm rot="10800000" flipV="1">
                <a:off x="190725" y="217"/>
                <a:ext cx="17" cy="65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16" name="Line 69"/>
              <p:cNvSpPr>
                <a:spLocks noChangeShapeType="1"/>
              </p:cNvSpPr>
              <p:nvPr/>
            </p:nvSpPr>
            <p:spPr bwMode="auto">
              <a:xfrm rot="10800000" flipV="1">
                <a:off x="190594" y="12"/>
                <a:ext cx="82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17" name="Line 71"/>
              <p:cNvSpPr>
                <a:spLocks noChangeShapeType="1"/>
              </p:cNvSpPr>
              <p:nvPr/>
            </p:nvSpPr>
            <p:spPr bwMode="auto">
              <a:xfrm flipH="1">
                <a:off x="190590" y="249"/>
                <a:ext cx="94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 type="triangle" w="sm" len="sm"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grpSp>
            <p:nvGrpSpPr>
              <p:cNvPr id="118" name="Group 269"/>
              <p:cNvGrpSpPr>
                <a:grpSpLocks/>
              </p:cNvGrpSpPr>
              <p:nvPr/>
            </p:nvGrpSpPr>
            <p:grpSpPr bwMode="auto">
              <a:xfrm rot="10800000">
                <a:off x="190500" y="218"/>
                <a:ext cx="75" cy="65"/>
                <a:chOff x="190500" y="218"/>
                <a:chExt cx="75" cy="65"/>
              </a:xfrm>
            </p:grpSpPr>
            <p:sp>
              <p:nvSpPr>
                <p:cNvPr id="119" name="Rectangle 66"/>
                <p:cNvSpPr>
                  <a:spLocks noChangeArrowheads="1"/>
                </p:cNvSpPr>
                <p:nvPr/>
              </p:nvSpPr>
              <p:spPr bwMode="auto">
                <a:xfrm rot="10800000" flipH="1" flipV="1">
                  <a:off x="190513" y="228"/>
                  <a:ext cx="62" cy="45"/>
                </a:xfrm>
                <a:prstGeom prst="rect">
                  <a:avLst/>
                </a:prstGeom>
                <a:solidFill>
                  <a:srgbClr val="C0C0C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10800000" wrap="square" lIns="82936" tIns="41468" rIns="82936" bIns="41468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828675"/>
                  <a:endParaRPr lang="ko-KR" altLang="en-US" sz="1100">
                    <a:latin typeface="netmarble Medium" panose="02020603020101020101" pitchFamily="18" charset="-127"/>
                    <a:ea typeface="netmarble Medium" panose="02020603020101020101" pitchFamily="18" charset="-127"/>
                  </a:endParaRPr>
                </a:p>
              </p:txBody>
            </p:sp>
            <p:sp>
              <p:nvSpPr>
                <p:cNvPr id="120" name="Rectangle 68"/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190500" y="218"/>
                  <a:ext cx="17" cy="65"/>
                </a:xfrm>
                <a:prstGeom prst="rect">
                  <a:avLst/>
                </a:prstGeom>
                <a:solidFill>
                  <a:srgbClr val="C0C0C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10800000" wrap="square" lIns="82936" tIns="41468" rIns="82936" bIns="41468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828675"/>
                  <a:endParaRPr lang="ko-KR" altLang="en-US" sz="1100">
                    <a:latin typeface="netmarble Medium" panose="02020603020101020101" pitchFamily="18" charset="-127"/>
                    <a:ea typeface="netmarble Medium" panose="02020603020101020101" pitchFamily="18" charset="-127"/>
                  </a:endParaRPr>
                </a:p>
              </p:txBody>
            </p:sp>
          </p:grpSp>
        </p:grpSp>
        <p:sp>
          <p:nvSpPr>
            <p:cNvPr id="105" name="Text Box 1099"/>
            <p:cNvSpPr txBox="1">
              <a:spLocks noChangeArrowheads="1"/>
            </p:cNvSpPr>
            <p:nvPr/>
          </p:nvSpPr>
          <p:spPr bwMode="auto">
            <a:xfrm>
              <a:off x="0" y="731433"/>
              <a:ext cx="1159419" cy="9105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 upright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0">
                <a:defRPr sz="1000"/>
              </a:pPr>
              <a:r>
                <a:rPr lang="en-US" altLang="ko-KR" sz="1000" b="1" i="0" u="none" strike="noStrike" baseline="0" dirty="0">
                  <a:solidFill>
                    <a:srgbClr val="000000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FEED </a:t>
              </a:r>
              <a:r>
                <a:rPr lang="ko-KR" altLang="en-US" sz="1000" b="1" i="0" u="none" strike="noStrike" baseline="0" dirty="0">
                  <a:solidFill>
                    <a:srgbClr val="000000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밸브</a:t>
              </a:r>
              <a:r>
                <a:rPr lang="en-US" altLang="ko-KR" sz="1000" b="1" i="0" u="none" strike="noStrike" baseline="0" dirty="0">
                  <a:solidFill>
                    <a:srgbClr val="000000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(</a:t>
              </a:r>
              <a:r>
                <a:rPr lang="ko-KR" altLang="en-US" sz="1000" b="1" i="0" u="none" strike="noStrike" baseline="0" dirty="0">
                  <a:solidFill>
                    <a:srgbClr val="000000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정수 추출</a:t>
              </a:r>
              <a:r>
                <a:rPr lang="en-US" altLang="ko-KR" sz="1000" b="1" i="0" u="none" strike="noStrike" baseline="0" dirty="0">
                  <a:solidFill>
                    <a:srgbClr val="000000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)</a:t>
              </a:r>
            </a:p>
          </p:txBody>
        </p:sp>
      </p:grpSp>
      <p:grpSp>
        <p:nvGrpSpPr>
          <p:cNvPr id="121" name="그룹 120"/>
          <p:cNvGrpSpPr/>
          <p:nvPr/>
        </p:nvGrpSpPr>
        <p:grpSpPr>
          <a:xfrm>
            <a:off x="9005576" y="2811110"/>
            <a:ext cx="1263174" cy="850707"/>
            <a:chOff x="0" y="0"/>
            <a:chExt cx="1129512" cy="833669"/>
          </a:xfrm>
        </p:grpSpPr>
        <p:grpSp>
          <p:nvGrpSpPr>
            <p:cNvPr id="122" name="Group 256"/>
            <p:cNvGrpSpPr>
              <a:grpSpLocks/>
            </p:cNvGrpSpPr>
            <p:nvPr/>
          </p:nvGrpSpPr>
          <p:grpSpPr bwMode="auto">
            <a:xfrm flipH="1">
              <a:off x="187956" y="0"/>
              <a:ext cx="545228" cy="539570"/>
              <a:chOff x="190500" y="0"/>
              <a:chExt cx="300" cy="304"/>
            </a:xfrm>
          </p:grpSpPr>
          <p:sp>
            <p:nvSpPr>
              <p:cNvPr id="124" name="Rectangle 59"/>
              <p:cNvSpPr>
                <a:spLocks noChangeArrowheads="1"/>
              </p:cNvSpPr>
              <p:nvPr/>
            </p:nvSpPr>
            <p:spPr bwMode="auto">
              <a:xfrm rot="10800000" flipH="1" flipV="1">
                <a:off x="190635" y="0"/>
                <a:ext cx="14" cy="20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25" name="Line 60"/>
              <p:cNvSpPr>
                <a:spLocks noChangeShapeType="1"/>
              </p:cNvSpPr>
              <p:nvPr/>
            </p:nvSpPr>
            <p:spPr bwMode="auto">
              <a:xfrm rot="10800000" flipV="1">
                <a:off x="190588" y="138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26" name="Line 61"/>
              <p:cNvSpPr>
                <a:spLocks noChangeShapeType="1"/>
              </p:cNvSpPr>
              <p:nvPr/>
            </p:nvSpPr>
            <p:spPr bwMode="auto">
              <a:xfrm rot="10800000" flipH="1">
                <a:off x="190594" y="10"/>
                <a:ext cx="5" cy="127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27" name="Rectangle 62"/>
              <p:cNvSpPr>
                <a:spLocks noChangeArrowheads="1"/>
              </p:cNvSpPr>
              <p:nvPr/>
            </p:nvSpPr>
            <p:spPr bwMode="auto">
              <a:xfrm rot="10800000" flipH="1" flipV="1">
                <a:off x="190615" y="20"/>
                <a:ext cx="58" cy="112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28" name="Line 63"/>
              <p:cNvSpPr>
                <a:spLocks noChangeShapeType="1"/>
              </p:cNvSpPr>
              <p:nvPr/>
            </p:nvSpPr>
            <p:spPr bwMode="auto">
              <a:xfrm rot="10800000" flipV="1">
                <a:off x="190703" y="50"/>
                <a:ext cx="29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29" name="Rectangle 64"/>
              <p:cNvSpPr>
                <a:spLocks noChangeArrowheads="1"/>
              </p:cNvSpPr>
              <p:nvPr/>
            </p:nvSpPr>
            <p:spPr bwMode="auto">
              <a:xfrm rot="10800000" flipH="1" flipV="1">
                <a:off x="190673" y="31"/>
                <a:ext cx="29" cy="39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30" name="Rectangle 65"/>
              <p:cNvSpPr>
                <a:spLocks noChangeArrowheads="1"/>
              </p:cNvSpPr>
              <p:nvPr/>
            </p:nvSpPr>
            <p:spPr bwMode="auto">
              <a:xfrm rot="10800000" flipH="1" flipV="1">
                <a:off x="190602" y="147"/>
                <a:ext cx="86" cy="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31" name="Rectangle 66"/>
              <p:cNvSpPr>
                <a:spLocks noChangeArrowheads="1"/>
              </p:cNvSpPr>
              <p:nvPr/>
            </p:nvSpPr>
            <p:spPr bwMode="auto">
              <a:xfrm rot="10800000" flipH="1" flipV="1">
                <a:off x="190738" y="227"/>
                <a:ext cx="62" cy="45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32" name="Rectangle 67"/>
              <p:cNvSpPr>
                <a:spLocks noChangeArrowheads="1"/>
              </p:cNvSpPr>
              <p:nvPr/>
            </p:nvSpPr>
            <p:spPr bwMode="auto">
              <a:xfrm rot="10800000" flipH="1" flipV="1">
                <a:off x="190573" y="191"/>
                <a:ext cx="151" cy="113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33" name="Rectangle 68"/>
              <p:cNvSpPr>
                <a:spLocks noChangeArrowheads="1"/>
              </p:cNvSpPr>
              <p:nvPr/>
            </p:nvSpPr>
            <p:spPr bwMode="auto">
              <a:xfrm rot="10800000" flipV="1">
                <a:off x="190725" y="217"/>
                <a:ext cx="17" cy="65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34" name="Line 69"/>
              <p:cNvSpPr>
                <a:spLocks noChangeShapeType="1"/>
              </p:cNvSpPr>
              <p:nvPr/>
            </p:nvSpPr>
            <p:spPr bwMode="auto">
              <a:xfrm rot="10800000" flipV="1">
                <a:off x="190594" y="12"/>
                <a:ext cx="82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135" name="Line 71"/>
              <p:cNvSpPr>
                <a:spLocks noChangeShapeType="1"/>
              </p:cNvSpPr>
              <p:nvPr/>
            </p:nvSpPr>
            <p:spPr bwMode="auto">
              <a:xfrm flipH="1">
                <a:off x="190590" y="249"/>
                <a:ext cx="94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 type="triangle" w="sm" len="sm"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grpSp>
            <p:nvGrpSpPr>
              <p:cNvPr id="136" name="Group 269"/>
              <p:cNvGrpSpPr>
                <a:grpSpLocks/>
              </p:cNvGrpSpPr>
              <p:nvPr/>
            </p:nvGrpSpPr>
            <p:grpSpPr bwMode="auto">
              <a:xfrm rot="10800000">
                <a:off x="190500" y="218"/>
                <a:ext cx="75" cy="65"/>
                <a:chOff x="190500" y="218"/>
                <a:chExt cx="75" cy="65"/>
              </a:xfrm>
            </p:grpSpPr>
            <p:sp>
              <p:nvSpPr>
                <p:cNvPr id="137" name="Rectangle 66"/>
                <p:cNvSpPr>
                  <a:spLocks noChangeArrowheads="1"/>
                </p:cNvSpPr>
                <p:nvPr/>
              </p:nvSpPr>
              <p:spPr bwMode="auto">
                <a:xfrm rot="10800000" flipH="1" flipV="1">
                  <a:off x="190513" y="228"/>
                  <a:ext cx="62" cy="45"/>
                </a:xfrm>
                <a:prstGeom prst="rect">
                  <a:avLst/>
                </a:prstGeom>
                <a:solidFill>
                  <a:srgbClr val="C0C0C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10800000" wrap="square" lIns="82936" tIns="41468" rIns="82936" bIns="41468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828675"/>
                  <a:endParaRPr lang="ko-KR" altLang="en-US" sz="1100">
                    <a:latin typeface="netmarble Medium" panose="02020603020101020101" pitchFamily="18" charset="-127"/>
                    <a:ea typeface="netmarble Medium" panose="02020603020101020101" pitchFamily="18" charset="-127"/>
                  </a:endParaRPr>
                </a:p>
              </p:txBody>
            </p:sp>
            <p:sp>
              <p:nvSpPr>
                <p:cNvPr id="138" name="Rectangle 68"/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190500" y="218"/>
                  <a:ext cx="17" cy="65"/>
                </a:xfrm>
                <a:prstGeom prst="rect">
                  <a:avLst/>
                </a:prstGeom>
                <a:solidFill>
                  <a:srgbClr val="C0C0C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10800000" wrap="square" lIns="82936" tIns="41468" rIns="82936" bIns="41468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828675"/>
                  <a:endParaRPr lang="ko-KR" altLang="en-US" sz="1100">
                    <a:latin typeface="netmarble Medium" panose="02020603020101020101" pitchFamily="18" charset="-127"/>
                    <a:ea typeface="netmarble Medium" panose="02020603020101020101" pitchFamily="18" charset="-127"/>
                  </a:endParaRPr>
                </a:p>
              </p:txBody>
            </p:sp>
          </p:grpSp>
        </p:grpSp>
        <p:sp>
          <p:nvSpPr>
            <p:cNvPr id="123" name="Text Box 1099"/>
            <p:cNvSpPr txBox="1">
              <a:spLocks noChangeArrowheads="1"/>
            </p:cNvSpPr>
            <p:nvPr/>
          </p:nvSpPr>
          <p:spPr bwMode="auto">
            <a:xfrm>
              <a:off x="0" y="694763"/>
              <a:ext cx="1129512" cy="138906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 upright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0">
                <a:defRPr sz="1000"/>
              </a:pPr>
              <a:r>
                <a:rPr lang="en-US" altLang="ko-KR" sz="1000" b="1" i="0" u="none" strike="noStrike" baseline="0" dirty="0">
                  <a:solidFill>
                    <a:srgbClr val="000000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FEED </a:t>
              </a:r>
              <a:r>
                <a:rPr lang="ko-KR" altLang="en-US" sz="1000" b="1" i="0" u="none" strike="noStrike" baseline="0" dirty="0">
                  <a:solidFill>
                    <a:srgbClr val="000000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밸브</a:t>
              </a:r>
              <a:r>
                <a:rPr lang="en-US" altLang="ko-KR" sz="1000" b="1" i="0" u="none" strike="noStrike" baseline="0" dirty="0">
                  <a:solidFill>
                    <a:srgbClr val="000000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(</a:t>
              </a:r>
              <a:r>
                <a:rPr lang="ko-KR" altLang="en-US" sz="1000" b="1" i="0" u="none" strike="noStrike" baseline="0" dirty="0">
                  <a:solidFill>
                    <a:srgbClr val="000000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온수 추출</a:t>
              </a:r>
              <a:r>
                <a:rPr lang="en-US" altLang="ko-KR" sz="1000" b="1" i="0" u="none" strike="noStrike" baseline="0" dirty="0">
                  <a:solidFill>
                    <a:srgbClr val="000000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)</a:t>
              </a:r>
            </a:p>
          </p:txBody>
        </p:sp>
      </p:grpSp>
      <p:cxnSp>
        <p:nvCxnSpPr>
          <p:cNvPr id="141" name="꺾인 연결선 140"/>
          <p:cNvCxnSpPr>
            <a:cxnSpLocks/>
            <a:endCxn id="241" idx="1"/>
          </p:cNvCxnSpPr>
          <p:nvPr/>
        </p:nvCxnSpPr>
        <p:spPr>
          <a:xfrm rot="5400000" flipH="1" flipV="1">
            <a:off x="6518063" y="3276067"/>
            <a:ext cx="584512" cy="258584"/>
          </a:xfrm>
          <a:prstGeom prst="bentConnector3">
            <a:avLst>
              <a:gd name="adj1" fmla="val -2146"/>
            </a:avLst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연결선 141"/>
          <p:cNvCxnSpPr>
            <a:cxnSpLocks/>
          </p:cNvCxnSpPr>
          <p:nvPr/>
        </p:nvCxnSpPr>
        <p:spPr>
          <a:xfrm rot="10800000">
            <a:off x="6595514" y="4127993"/>
            <a:ext cx="1437807" cy="895215"/>
          </a:xfrm>
          <a:prstGeom prst="bentConnector3">
            <a:avLst>
              <a:gd name="adj1" fmla="val 99666"/>
            </a:avLst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오른쪽 화살표 142"/>
          <p:cNvSpPr/>
          <p:nvPr/>
        </p:nvSpPr>
        <p:spPr>
          <a:xfrm>
            <a:off x="7129338" y="4735962"/>
            <a:ext cx="272050" cy="207556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6" name="꺾인 연결선 145"/>
          <p:cNvCxnSpPr/>
          <p:nvPr/>
        </p:nvCxnSpPr>
        <p:spPr>
          <a:xfrm rot="10800000" flipV="1">
            <a:off x="8678404" y="3276509"/>
            <a:ext cx="720168" cy="831382"/>
          </a:xfrm>
          <a:prstGeom prst="bentConnector2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cxnSpLocks/>
            <a:stCxn id="235" idx="1"/>
            <a:endCxn id="113" idx="3"/>
          </p:cNvCxnSpPr>
          <p:nvPr/>
        </p:nvCxnSpPr>
        <p:spPr>
          <a:xfrm flipV="1">
            <a:off x="7183622" y="2024951"/>
            <a:ext cx="1990832" cy="876320"/>
          </a:xfrm>
          <a:prstGeom prst="bentConnector3">
            <a:avLst>
              <a:gd name="adj1" fmla="val 50000"/>
            </a:avLst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그룹 157"/>
          <p:cNvGrpSpPr/>
          <p:nvPr/>
        </p:nvGrpSpPr>
        <p:grpSpPr>
          <a:xfrm>
            <a:off x="5519560" y="4910337"/>
            <a:ext cx="888042" cy="869504"/>
            <a:chOff x="5138298" y="459195"/>
            <a:chExt cx="919143" cy="951975"/>
          </a:xfrm>
        </p:grpSpPr>
        <p:sp>
          <p:nvSpPr>
            <p:cNvPr id="159" name="직사각형 158"/>
            <p:cNvSpPr/>
            <p:nvPr/>
          </p:nvSpPr>
          <p:spPr>
            <a:xfrm>
              <a:off x="5484897" y="818113"/>
              <a:ext cx="163452" cy="317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etmarble Medium" panose="02020603020101020101" pitchFamily="18" charset="-127"/>
                <a:ea typeface="netmarble Medium" panose="02020603020101020101" pitchFamily="18" charset="-127"/>
              </a:endParaRPr>
            </a:p>
          </p:txBody>
        </p:sp>
        <p:cxnSp>
          <p:nvCxnSpPr>
            <p:cNvPr id="160" name="직선 연결선 159"/>
            <p:cNvCxnSpPr/>
            <p:nvPr/>
          </p:nvCxnSpPr>
          <p:spPr>
            <a:xfrm>
              <a:off x="5572238" y="459195"/>
              <a:ext cx="0" cy="36187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V="1">
              <a:off x="5544323" y="459195"/>
              <a:ext cx="0" cy="3589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 Box 1099"/>
            <p:cNvSpPr txBox="1">
              <a:spLocks noChangeArrowheads="1"/>
            </p:cNvSpPr>
            <p:nvPr/>
          </p:nvSpPr>
          <p:spPr bwMode="auto">
            <a:xfrm>
              <a:off x="5138298" y="1177031"/>
              <a:ext cx="919143" cy="23413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 upright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0">
                <a:defRPr sz="1000"/>
              </a:pPr>
              <a:r>
                <a:rPr lang="ko-KR" altLang="en-US" sz="1000" b="1" dirty="0">
                  <a:solidFill>
                    <a:srgbClr val="000000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누수 감지 센서</a:t>
              </a:r>
              <a:endParaRPr lang="en-US" altLang="ko-KR" sz="1000" b="1" i="0" u="none" strike="noStrike" baseline="0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endParaRPr>
            </a:p>
          </p:txBody>
        </p:sp>
      </p:grpSp>
      <p:sp>
        <p:nvSpPr>
          <p:cNvPr id="164" name="Text Box 1099"/>
          <p:cNvSpPr txBox="1">
            <a:spLocks noChangeArrowheads="1"/>
          </p:cNvSpPr>
          <p:nvPr/>
        </p:nvSpPr>
        <p:spPr bwMode="auto">
          <a:xfrm>
            <a:off x="9825958" y="5796864"/>
            <a:ext cx="919143" cy="130332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ko-KR" altLang="en-US" sz="1000" b="1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안전밸브</a:t>
            </a:r>
            <a:r>
              <a:rPr lang="en-US" altLang="ko-KR" sz="1000" b="1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(2K)</a:t>
            </a:r>
            <a:endParaRPr lang="en-US" altLang="ko-KR" sz="1000" b="1" i="0" u="none" strike="noStrike" baseline="0" dirty="0">
              <a:solidFill>
                <a:srgbClr val="000000"/>
              </a:solidFill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</p:txBody>
      </p:sp>
      <p:sp>
        <p:nvSpPr>
          <p:cNvPr id="166" name="오른쪽 화살표 165"/>
          <p:cNvSpPr/>
          <p:nvPr/>
        </p:nvSpPr>
        <p:spPr>
          <a:xfrm rot="5400000">
            <a:off x="10379796" y="5366105"/>
            <a:ext cx="272050" cy="207556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7" name="꺾인 연결선 166"/>
          <p:cNvCxnSpPr>
            <a:cxnSpLocks/>
            <a:endCxn id="119" idx="3"/>
          </p:cNvCxnSpPr>
          <p:nvPr/>
        </p:nvCxnSpPr>
        <p:spPr>
          <a:xfrm rot="16200000" flipV="1">
            <a:off x="9717273" y="2027845"/>
            <a:ext cx="521590" cy="519421"/>
          </a:xfrm>
          <a:prstGeom prst="bentConnector2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꺾인 연결선 167"/>
          <p:cNvCxnSpPr>
            <a:cxnSpLocks/>
          </p:cNvCxnSpPr>
          <p:nvPr/>
        </p:nvCxnSpPr>
        <p:spPr>
          <a:xfrm rot="16200000" flipV="1">
            <a:off x="9801893" y="3260459"/>
            <a:ext cx="521590" cy="519421"/>
          </a:xfrm>
          <a:prstGeom prst="bentConnector2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오른쪽 화살표 168"/>
          <p:cNvSpPr/>
          <p:nvPr/>
        </p:nvSpPr>
        <p:spPr>
          <a:xfrm rot="5400000">
            <a:off x="10371272" y="3452201"/>
            <a:ext cx="272050" cy="20755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오른쪽 화살표 181"/>
          <p:cNvSpPr/>
          <p:nvPr/>
        </p:nvSpPr>
        <p:spPr>
          <a:xfrm>
            <a:off x="3259560" y="4711873"/>
            <a:ext cx="272050" cy="207556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3" name="Group 422"/>
          <p:cNvGrpSpPr>
            <a:grpSpLocks/>
          </p:cNvGrpSpPr>
          <p:nvPr/>
        </p:nvGrpSpPr>
        <p:grpSpPr bwMode="auto">
          <a:xfrm rot="10800000">
            <a:off x="2826336" y="4409584"/>
            <a:ext cx="541609" cy="185835"/>
            <a:chOff x="-129428" y="129428"/>
            <a:chExt cx="159" cy="59"/>
          </a:xfrm>
        </p:grpSpPr>
        <p:sp>
          <p:nvSpPr>
            <p:cNvPr id="184" name="Rectangle 423"/>
            <p:cNvSpPr>
              <a:spLocks noChangeArrowheads="1"/>
            </p:cNvSpPr>
            <p:nvPr/>
          </p:nvSpPr>
          <p:spPr bwMode="auto">
            <a:xfrm rot="10800000">
              <a:off x="-129377" y="129436"/>
              <a:ext cx="62" cy="4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10800000" wrap="square" lIns="82936" tIns="41468" rIns="82936" bIns="41468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defTabSz="828253"/>
              <a:endParaRPr lang="ko-KR" altLang="en-US" sz="1100">
                <a:solidFill>
                  <a:prstClr val="black"/>
                </a:solidFill>
              </a:endParaRPr>
            </a:p>
          </p:txBody>
        </p:sp>
        <p:sp>
          <p:nvSpPr>
            <p:cNvPr id="185" name="Rectangle 424"/>
            <p:cNvSpPr>
              <a:spLocks noChangeArrowheads="1"/>
            </p:cNvSpPr>
            <p:nvPr/>
          </p:nvSpPr>
          <p:spPr bwMode="auto">
            <a:xfrm>
              <a:off x="-129428" y="129436"/>
              <a:ext cx="10" cy="43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 lIns="82936" tIns="41468" rIns="82936" bIns="41468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defTabSz="828253"/>
              <a:endParaRPr lang="ko-KR" altLang="en-US" sz="1100">
                <a:solidFill>
                  <a:prstClr val="black"/>
                </a:solidFill>
              </a:endParaRPr>
            </a:p>
          </p:txBody>
        </p:sp>
        <p:grpSp>
          <p:nvGrpSpPr>
            <p:cNvPr id="186" name="Group 426"/>
            <p:cNvGrpSpPr>
              <a:grpSpLocks/>
            </p:cNvGrpSpPr>
            <p:nvPr/>
          </p:nvGrpSpPr>
          <p:grpSpPr bwMode="auto">
            <a:xfrm rot="10800000">
              <a:off x="-129320" y="129428"/>
              <a:ext cx="51" cy="59"/>
              <a:chOff x="-129320" y="129428"/>
              <a:chExt cx="77" cy="76"/>
            </a:xfrm>
          </p:grpSpPr>
          <p:sp>
            <p:nvSpPr>
              <p:cNvPr id="189" name="Rectangle 427"/>
              <p:cNvSpPr>
                <a:spLocks noChangeArrowheads="1"/>
              </p:cNvSpPr>
              <p:nvPr/>
            </p:nvSpPr>
            <p:spPr bwMode="auto">
              <a:xfrm>
                <a:off x="-129320" y="129435"/>
                <a:ext cx="15" cy="59"/>
              </a:xfrm>
              <a:prstGeom prst="rect">
                <a:avLst/>
              </a:prstGeom>
              <a:solidFill>
                <a:srgbClr val="00B05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10800000" wrap="square" lIns="82936" tIns="41468" rIns="82936" bIns="41468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253"/>
                <a:endParaRPr lang="ko-KR" alt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190" name="Rectangle 428"/>
              <p:cNvSpPr>
                <a:spLocks noChangeArrowheads="1"/>
              </p:cNvSpPr>
              <p:nvPr/>
            </p:nvSpPr>
            <p:spPr bwMode="auto">
              <a:xfrm>
                <a:off x="-129305" y="129428"/>
                <a:ext cx="62" cy="76"/>
              </a:xfrm>
              <a:prstGeom prst="rect">
                <a:avLst/>
              </a:prstGeom>
              <a:solidFill>
                <a:srgbClr val="00B05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10800000" wrap="square" lIns="82936" tIns="41468" rIns="82936" bIns="41468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253"/>
                <a:endParaRPr lang="ko-KR" altLang="en-US" sz="11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87" name="Line 429"/>
            <p:cNvSpPr>
              <a:spLocks noChangeShapeType="1"/>
            </p:cNvSpPr>
            <p:nvPr/>
          </p:nvSpPr>
          <p:spPr bwMode="auto">
            <a:xfrm flipH="1">
              <a:off x="-129370" y="129457"/>
              <a:ext cx="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425"/>
            <p:cNvSpPr>
              <a:spLocks noChangeArrowheads="1"/>
            </p:cNvSpPr>
            <p:nvPr/>
          </p:nvSpPr>
          <p:spPr bwMode="auto">
            <a:xfrm>
              <a:off x="-129418" y="129428"/>
              <a:ext cx="42" cy="5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 lIns="82936" tIns="41468" rIns="82936" bIns="41468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defTabSz="828253"/>
              <a:endParaRPr lang="ko-KR" altLang="en-US" sz="1100">
                <a:solidFill>
                  <a:prstClr val="black"/>
                </a:solidFill>
              </a:endParaRPr>
            </a:p>
          </p:txBody>
        </p:sp>
      </p:grpSp>
      <p:cxnSp>
        <p:nvCxnSpPr>
          <p:cNvPr id="199" name="꺾인 연결선 198"/>
          <p:cNvCxnSpPr>
            <a:cxnSpLocks/>
            <a:endCxn id="13" idx="1"/>
          </p:cNvCxnSpPr>
          <p:nvPr/>
        </p:nvCxnSpPr>
        <p:spPr>
          <a:xfrm rot="5400000" flipH="1" flipV="1">
            <a:off x="3691811" y="2799530"/>
            <a:ext cx="2916696" cy="480054"/>
          </a:xfrm>
          <a:prstGeom prst="bentConnector3">
            <a:avLst>
              <a:gd name="adj1" fmla="val -459"/>
            </a:avLst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오른쪽 화살표 284"/>
          <p:cNvSpPr/>
          <p:nvPr/>
        </p:nvSpPr>
        <p:spPr>
          <a:xfrm>
            <a:off x="8708143" y="3010685"/>
            <a:ext cx="272050" cy="20755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9" name="Text Box 1099">
            <a:extLst>
              <a:ext uri="{FF2B5EF4-FFF2-40B4-BE49-F238E27FC236}">
                <a16:creationId xmlns:a16="http://schemas.microsoft.com/office/drawing/2014/main" id="{75981B8D-2190-92EB-8A20-EBDD1B0B9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1960" y="5755681"/>
            <a:ext cx="939246" cy="185103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ko-KR" altLang="en-US" sz="1000" b="1" dirty="0" err="1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다이어프램펌프</a:t>
            </a:r>
            <a:endParaRPr lang="en-US" altLang="ko-KR" sz="1000" b="1" i="0" u="none" strike="noStrike" baseline="0" dirty="0">
              <a:solidFill>
                <a:srgbClr val="000000"/>
              </a:solidFill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</p:txBody>
      </p:sp>
      <p:cxnSp>
        <p:nvCxnSpPr>
          <p:cNvPr id="349" name="꺾인 연결선 145">
            <a:extLst>
              <a:ext uri="{FF2B5EF4-FFF2-40B4-BE49-F238E27FC236}">
                <a16:creationId xmlns:a16="http://schemas.microsoft.com/office/drawing/2014/main" id="{A9456716-4F8E-B562-27B9-46144B4CEE22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00079" y="4420557"/>
            <a:ext cx="970483" cy="11670"/>
          </a:xfrm>
          <a:prstGeom prst="bentConnector3">
            <a:avLst>
              <a:gd name="adj1" fmla="val 73331"/>
            </a:avLst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오른쪽 화살표 90">
            <a:extLst>
              <a:ext uri="{FF2B5EF4-FFF2-40B4-BE49-F238E27FC236}">
                <a16:creationId xmlns:a16="http://schemas.microsoft.com/office/drawing/2014/main" id="{9D9BD12C-9B08-5E15-87C3-4108CED6D31C}"/>
              </a:ext>
            </a:extLst>
          </p:cNvPr>
          <p:cNvSpPr/>
          <p:nvPr/>
        </p:nvSpPr>
        <p:spPr>
          <a:xfrm rot="16200000">
            <a:off x="5014134" y="1807022"/>
            <a:ext cx="272050" cy="207556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6" name="오른쪽 화살표 90">
            <a:extLst>
              <a:ext uri="{FF2B5EF4-FFF2-40B4-BE49-F238E27FC236}">
                <a16:creationId xmlns:a16="http://schemas.microsoft.com/office/drawing/2014/main" id="{BADAEA34-569D-954A-A234-551874A3EB02}"/>
              </a:ext>
            </a:extLst>
          </p:cNvPr>
          <p:cNvSpPr/>
          <p:nvPr/>
        </p:nvSpPr>
        <p:spPr>
          <a:xfrm rot="5400000">
            <a:off x="7015328" y="1613784"/>
            <a:ext cx="272050" cy="207556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4B559D4-890F-01D3-EEA8-7DF105FEF07F}"/>
              </a:ext>
            </a:extLst>
          </p:cNvPr>
          <p:cNvGrpSpPr/>
          <p:nvPr/>
        </p:nvGrpSpPr>
        <p:grpSpPr>
          <a:xfrm rot="5400000">
            <a:off x="6095380" y="3481658"/>
            <a:ext cx="919143" cy="1005644"/>
            <a:chOff x="1392" y="261975"/>
            <a:chExt cx="921384" cy="988965"/>
          </a:xfrm>
        </p:grpSpPr>
        <p:grpSp>
          <p:nvGrpSpPr>
            <p:cNvPr id="21" name="Group 256">
              <a:extLst>
                <a:ext uri="{FF2B5EF4-FFF2-40B4-BE49-F238E27FC236}">
                  <a16:creationId xmlns:a16="http://schemas.microsoft.com/office/drawing/2014/main" id="{8EAE0F00-0C9B-7AE7-BAB7-E48C4592DF8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65842" y="261975"/>
              <a:ext cx="545228" cy="539570"/>
              <a:chOff x="168088" y="257736"/>
              <a:chExt cx="300" cy="304"/>
            </a:xfrm>
          </p:grpSpPr>
          <p:sp>
            <p:nvSpPr>
              <p:cNvPr id="23" name="Rectangle 59">
                <a:extLst>
                  <a:ext uri="{FF2B5EF4-FFF2-40B4-BE49-F238E27FC236}">
                    <a16:creationId xmlns:a16="http://schemas.microsoft.com/office/drawing/2014/main" id="{BD99CB4E-C7D0-DEBF-C413-CAB23A76C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 flipV="1">
                <a:off x="168223" y="257736"/>
                <a:ext cx="14" cy="20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24" name="Line 60">
                <a:extLst>
                  <a:ext uri="{FF2B5EF4-FFF2-40B4-BE49-F238E27FC236}">
                    <a16:creationId xmlns:a16="http://schemas.microsoft.com/office/drawing/2014/main" id="{A8DD0BFE-F25D-253A-1DEF-6822DEAC7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168176" y="257874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25" name="Line 61">
                <a:extLst>
                  <a:ext uri="{FF2B5EF4-FFF2-40B4-BE49-F238E27FC236}">
                    <a16:creationId xmlns:a16="http://schemas.microsoft.com/office/drawing/2014/main" id="{73AF7489-920E-C486-535B-9EA81B3918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168182" y="257746"/>
                <a:ext cx="5" cy="127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26" name="Rectangle 62">
                <a:extLst>
                  <a:ext uri="{FF2B5EF4-FFF2-40B4-BE49-F238E27FC236}">
                    <a16:creationId xmlns:a16="http://schemas.microsoft.com/office/drawing/2014/main" id="{07230DA4-1214-E2D4-0311-32B8540834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 flipV="1">
                <a:off x="168203" y="257756"/>
                <a:ext cx="58" cy="112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27" name="Line 63">
                <a:extLst>
                  <a:ext uri="{FF2B5EF4-FFF2-40B4-BE49-F238E27FC236}">
                    <a16:creationId xmlns:a16="http://schemas.microsoft.com/office/drawing/2014/main" id="{9A53EAB4-53A9-5CA9-F6BB-DACCF6DC6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168291" y="257786"/>
                <a:ext cx="29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28" name="Rectangle 64">
                <a:extLst>
                  <a:ext uri="{FF2B5EF4-FFF2-40B4-BE49-F238E27FC236}">
                    <a16:creationId xmlns:a16="http://schemas.microsoft.com/office/drawing/2014/main" id="{FC9F84D0-8823-1BEE-4AB8-B73BA9614F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 flipV="1">
                <a:off x="168261" y="257767"/>
                <a:ext cx="29" cy="39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29" name="Rectangle 65">
                <a:extLst>
                  <a:ext uri="{FF2B5EF4-FFF2-40B4-BE49-F238E27FC236}">
                    <a16:creationId xmlns:a16="http://schemas.microsoft.com/office/drawing/2014/main" id="{25BE4277-D540-B970-12AC-20A35D020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 flipV="1">
                <a:off x="168190" y="257883"/>
                <a:ext cx="86" cy="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30" name="Rectangle 66">
                <a:extLst>
                  <a:ext uri="{FF2B5EF4-FFF2-40B4-BE49-F238E27FC236}">
                    <a16:creationId xmlns:a16="http://schemas.microsoft.com/office/drawing/2014/main" id="{6B5E8EC3-CFD2-62F0-09D2-2189E517E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 flipV="1">
                <a:off x="168326" y="257963"/>
                <a:ext cx="62" cy="45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31" name="Rectangle 67">
                <a:extLst>
                  <a:ext uri="{FF2B5EF4-FFF2-40B4-BE49-F238E27FC236}">
                    <a16:creationId xmlns:a16="http://schemas.microsoft.com/office/drawing/2014/main" id="{0B76AE7A-8E94-F3A4-F11B-141E5E31D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 flipV="1">
                <a:off x="168161" y="257927"/>
                <a:ext cx="151" cy="113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224" name="Rectangle 68">
                <a:extLst>
                  <a:ext uri="{FF2B5EF4-FFF2-40B4-BE49-F238E27FC236}">
                    <a16:creationId xmlns:a16="http://schemas.microsoft.com/office/drawing/2014/main" id="{2283E3DA-2B21-F134-2BEF-7612F88ED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168313" y="257953"/>
                <a:ext cx="17" cy="65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32" name="Line 69">
                <a:extLst>
                  <a:ext uri="{FF2B5EF4-FFF2-40B4-BE49-F238E27FC236}">
                    <a16:creationId xmlns:a16="http://schemas.microsoft.com/office/drawing/2014/main" id="{CDD45591-5BB8-22F0-33B1-4DEE66A317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168182" y="257748"/>
                <a:ext cx="82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33" name="Line 71">
                <a:extLst>
                  <a:ext uri="{FF2B5EF4-FFF2-40B4-BE49-F238E27FC236}">
                    <a16:creationId xmlns:a16="http://schemas.microsoft.com/office/drawing/2014/main" id="{65AAF461-8DA6-03B3-4ED7-547C5D706F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8178" y="257985"/>
                <a:ext cx="94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 type="triangle" w="sm" len="sm"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grpSp>
            <p:nvGrpSpPr>
              <p:cNvPr id="34" name="Group 269">
                <a:extLst>
                  <a:ext uri="{FF2B5EF4-FFF2-40B4-BE49-F238E27FC236}">
                    <a16:creationId xmlns:a16="http://schemas.microsoft.com/office/drawing/2014/main" id="{9D340AE2-5370-B2A9-E688-03DD6CFEC1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168088" y="257954"/>
                <a:ext cx="75" cy="65"/>
                <a:chOff x="168088" y="257954"/>
                <a:chExt cx="75" cy="65"/>
              </a:xfrm>
            </p:grpSpPr>
            <p:sp>
              <p:nvSpPr>
                <p:cNvPr id="35" name="Rectangle 66">
                  <a:extLst>
                    <a:ext uri="{FF2B5EF4-FFF2-40B4-BE49-F238E27FC236}">
                      <a16:creationId xmlns:a16="http://schemas.microsoft.com/office/drawing/2014/main" id="{E593718C-EBB3-9D09-6795-653ECC90B5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 flipV="1">
                  <a:off x="168101" y="257964"/>
                  <a:ext cx="62" cy="45"/>
                </a:xfrm>
                <a:prstGeom prst="rect">
                  <a:avLst/>
                </a:prstGeom>
                <a:solidFill>
                  <a:srgbClr val="C0C0C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10800000" wrap="square" lIns="82936" tIns="41468" rIns="82936" bIns="41468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828675"/>
                  <a:endParaRPr lang="ko-KR" altLang="en-US" sz="1100">
                    <a:latin typeface="netmarble Medium" panose="02020603020101020101" pitchFamily="18" charset="-127"/>
                    <a:ea typeface="netmarble Medium" panose="02020603020101020101" pitchFamily="18" charset="-127"/>
                  </a:endParaRPr>
                </a:p>
              </p:txBody>
            </p:sp>
            <p:sp>
              <p:nvSpPr>
                <p:cNvPr id="36" name="Rectangle 68">
                  <a:extLst>
                    <a:ext uri="{FF2B5EF4-FFF2-40B4-BE49-F238E27FC236}">
                      <a16:creationId xmlns:a16="http://schemas.microsoft.com/office/drawing/2014/main" id="{D72D4D38-36AF-C3F5-A563-E4104AF8EB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168088" y="257954"/>
                  <a:ext cx="17" cy="65"/>
                </a:xfrm>
                <a:prstGeom prst="rect">
                  <a:avLst/>
                </a:prstGeom>
                <a:solidFill>
                  <a:srgbClr val="C0C0C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10800000" wrap="square" lIns="82936" tIns="41468" rIns="82936" bIns="41468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828675"/>
                  <a:endParaRPr lang="ko-KR" altLang="en-US" sz="1100">
                    <a:latin typeface="netmarble Medium" panose="02020603020101020101" pitchFamily="18" charset="-127"/>
                    <a:ea typeface="netmarble Medium" panose="02020603020101020101" pitchFamily="18" charset="-127"/>
                  </a:endParaRPr>
                </a:p>
              </p:txBody>
            </p:sp>
          </p:grpSp>
        </p:grpSp>
        <p:sp>
          <p:nvSpPr>
            <p:cNvPr id="22" name="Text Box 1099">
              <a:extLst>
                <a:ext uri="{FF2B5EF4-FFF2-40B4-BE49-F238E27FC236}">
                  <a16:creationId xmlns:a16="http://schemas.microsoft.com/office/drawing/2014/main" id="{E5D274D2-4990-AC3E-EB57-44D5148EF4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792287"/>
              <a:ext cx="921384" cy="45865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 upright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b="1" dirty="0">
                  <a:solidFill>
                    <a:srgbClr val="000000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FEED </a:t>
              </a:r>
              <a:r>
                <a:rPr lang="ko-KR" altLang="en-US" sz="1000" b="1" dirty="0">
                  <a:solidFill>
                    <a:srgbClr val="000000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밸브</a:t>
              </a:r>
              <a:endParaRPr lang="en-US" altLang="ko-KR" sz="1000" b="1" i="0" u="none" strike="noStrike" baseline="0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endParaRPr>
            </a:p>
          </p:txBody>
        </p:sp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DA7C04EC-CDD3-8149-3134-D9BF348BD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320" y="4472157"/>
            <a:ext cx="1476570" cy="1566059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1A6323AD-4ED1-7692-8FDE-041E535A4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8465" y="4978808"/>
            <a:ext cx="212986" cy="703936"/>
          </a:xfrm>
          <a:prstGeom prst="rect">
            <a:avLst/>
          </a:prstGeom>
        </p:spPr>
      </p:pic>
      <p:cxnSp>
        <p:nvCxnSpPr>
          <p:cNvPr id="40" name="꺾인 연결선 164">
            <a:extLst>
              <a:ext uri="{FF2B5EF4-FFF2-40B4-BE49-F238E27FC236}">
                <a16:creationId xmlns:a16="http://schemas.microsoft.com/office/drawing/2014/main" id="{60298C99-D335-B3E8-686B-3A2FE3A76F6F}"/>
              </a:ext>
            </a:extLst>
          </p:cNvPr>
          <p:cNvCxnSpPr>
            <a:cxnSpLocks/>
          </p:cNvCxnSpPr>
          <p:nvPr/>
        </p:nvCxnSpPr>
        <p:spPr>
          <a:xfrm rot="10800000" flipV="1">
            <a:off x="9193624" y="4241525"/>
            <a:ext cx="1044155" cy="589107"/>
          </a:xfrm>
          <a:prstGeom prst="bentConnector3">
            <a:avLst>
              <a:gd name="adj1" fmla="val 98374"/>
            </a:avLst>
          </a:prstGeom>
          <a:ln w="571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Box 1099">
            <a:extLst>
              <a:ext uri="{FF2B5EF4-FFF2-40B4-BE49-F238E27FC236}">
                <a16:creationId xmlns:a16="http://schemas.microsoft.com/office/drawing/2014/main" id="{8E7BC6AE-1651-ECA9-1969-112E4A0ED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5363" y="4408785"/>
            <a:ext cx="634006" cy="163503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ko-KR" altLang="en-US" sz="1000" b="1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온도센서</a:t>
            </a:r>
            <a:endParaRPr lang="en-US" altLang="ko-KR" sz="1000" b="1" i="0" u="none" strike="noStrike" baseline="0" dirty="0">
              <a:solidFill>
                <a:srgbClr val="000000"/>
              </a:solidFill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F76067D5-DF86-1DDB-E87F-72663FFB63A5}"/>
              </a:ext>
            </a:extLst>
          </p:cNvPr>
          <p:cNvCxnSpPr>
            <a:cxnSpLocks/>
          </p:cNvCxnSpPr>
          <p:nvPr/>
        </p:nvCxnSpPr>
        <p:spPr>
          <a:xfrm flipH="1">
            <a:off x="9030792" y="4565797"/>
            <a:ext cx="278521" cy="2652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Box 1099">
            <a:extLst>
              <a:ext uri="{FF2B5EF4-FFF2-40B4-BE49-F238E27FC236}">
                <a16:creationId xmlns:a16="http://schemas.microsoft.com/office/drawing/2014/main" id="{4036A939-6D83-8FB9-D090-007D13E9C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609" y="4373590"/>
            <a:ext cx="634006" cy="163503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ko-KR" altLang="en-US" sz="1000" b="1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수위센서</a:t>
            </a:r>
            <a:endParaRPr lang="en-US" altLang="ko-KR" sz="1000" b="1" i="0" u="none" strike="noStrike" baseline="0" dirty="0">
              <a:solidFill>
                <a:srgbClr val="000000"/>
              </a:solidFill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DFF893B-4C36-7BEE-0356-30CE88CF623B}"/>
              </a:ext>
            </a:extLst>
          </p:cNvPr>
          <p:cNvCxnSpPr>
            <a:cxnSpLocks/>
          </p:cNvCxnSpPr>
          <p:nvPr/>
        </p:nvCxnSpPr>
        <p:spPr>
          <a:xfrm>
            <a:off x="8311490" y="4464050"/>
            <a:ext cx="236271" cy="2937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333EC6A-D31E-43BD-4822-98E25B9E4B65}"/>
              </a:ext>
            </a:extLst>
          </p:cNvPr>
          <p:cNvGrpSpPr/>
          <p:nvPr/>
        </p:nvGrpSpPr>
        <p:grpSpPr>
          <a:xfrm>
            <a:off x="10306664" y="3769619"/>
            <a:ext cx="919143" cy="828466"/>
            <a:chOff x="19402" y="261975"/>
            <a:chExt cx="921384" cy="814726"/>
          </a:xfrm>
        </p:grpSpPr>
        <p:grpSp>
          <p:nvGrpSpPr>
            <p:cNvPr id="46" name="Group 256">
              <a:extLst>
                <a:ext uri="{FF2B5EF4-FFF2-40B4-BE49-F238E27FC236}">
                  <a16:creationId xmlns:a16="http://schemas.microsoft.com/office/drawing/2014/main" id="{14F68B43-9FD3-B51D-126B-61191D84725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65842" y="261975"/>
              <a:ext cx="545228" cy="539570"/>
              <a:chOff x="168088" y="257736"/>
              <a:chExt cx="300" cy="304"/>
            </a:xfrm>
          </p:grpSpPr>
          <p:sp>
            <p:nvSpPr>
              <p:cNvPr id="48" name="Rectangle 59">
                <a:extLst>
                  <a:ext uri="{FF2B5EF4-FFF2-40B4-BE49-F238E27FC236}">
                    <a16:creationId xmlns:a16="http://schemas.microsoft.com/office/drawing/2014/main" id="{3D58D5D0-058E-4963-A687-BB7660DEBD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 flipV="1">
                <a:off x="168223" y="257736"/>
                <a:ext cx="14" cy="20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49" name="Line 60">
                <a:extLst>
                  <a:ext uri="{FF2B5EF4-FFF2-40B4-BE49-F238E27FC236}">
                    <a16:creationId xmlns:a16="http://schemas.microsoft.com/office/drawing/2014/main" id="{1DA3BCB5-F482-FE35-C398-1AAC92B902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168176" y="257874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50" name="Line 61">
                <a:extLst>
                  <a:ext uri="{FF2B5EF4-FFF2-40B4-BE49-F238E27FC236}">
                    <a16:creationId xmlns:a16="http://schemas.microsoft.com/office/drawing/2014/main" id="{A4D5E9DD-D34E-B44D-1BBA-502390A4F6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168182" y="257746"/>
                <a:ext cx="5" cy="127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51" name="Rectangle 62">
                <a:extLst>
                  <a:ext uri="{FF2B5EF4-FFF2-40B4-BE49-F238E27FC236}">
                    <a16:creationId xmlns:a16="http://schemas.microsoft.com/office/drawing/2014/main" id="{C867904B-2008-325D-748B-31C107CF0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 flipV="1">
                <a:off x="168203" y="257756"/>
                <a:ext cx="58" cy="112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52" name="Line 63">
                <a:extLst>
                  <a:ext uri="{FF2B5EF4-FFF2-40B4-BE49-F238E27FC236}">
                    <a16:creationId xmlns:a16="http://schemas.microsoft.com/office/drawing/2014/main" id="{6B9C7B6E-EC63-E8EC-48F7-4BB41D9C92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168291" y="257786"/>
                <a:ext cx="29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53" name="Rectangle 64">
                <a:extLst>
                  <a:ext uri="{FF2B5EF4-FFF2-40B4-BE49-F238E27FC236}">
                    <a16:creationId xmlns:a16="http://schemas.microsoft.com/office/drawing/2014/main" id="{1DB6CB4C-8F70-8887-A39C-45439826C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 flipV="1">
                <a:off x="168261" y="257767"/>
                <a:ext cx="29" cy="39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54" name="Rectangle 65">
                <a:extLst>
                  <a:ext uri="{FF2B5EF4-FFF2-40B4-BE49-F238E27FC236}">
                    <a16:creationId xmlns:a16="http://schemas.microsoft.com/office/drawing/2014/main" id="{B1D66E49-00C7-E5BE-BEF7-7EF420D4E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 flipV="1">
                <a:off x="168190" y="257883"/>
                <a:ext cx="86" cy="44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55" name="Rectangle 66">
                <a:extLst>
                  <a:ext uri="{FF2B5EF4-FFF2-40B4-BE49-F238E27FC236}">
                    <a16:creationId xmlns:a16="http://schemas.microsoft.com/office/drawing/2014/main" id="{B110F9A1-3335-1AF7-188C-9C51A43CC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 flipV="1">
                <a:off x="168326" y="257963"/>
                <a:ext cx="62" cy="45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56" name="Rectangle 67">
                <a:extLst>
                  <a:ext uri="{FF2B5EF4-FFF2-40B4-BE49-F238E27FC236}">
                    <a16:creationId xmlns:a16="http://schemas.microsoft.com/office/drawing/2014/main" id="{FFAC58AC-6D0C-C7C4-D638-7A7BD3C80D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 flipV="1">
                <a:off x="168161" y="257927"/>
                <a:ext cx="151" cy="113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57" name="Rectangle 68">
                <a:extLst>
                  <a:ext uri="{FF2B5EF4-FFF2-40B4-BE49-F238E27FC236}">
                    <a16:creationId xmlns:a16="http://schemas.microsoft.com/office/drawing/2014/main" id="{2EF4C5AE-D722-84D3-B49A-70DDFF5E1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168313" y="257953"/>
                <a:ext cx="17" cy="65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 lIns="82936" tIns="41468" rIns="82936" bIns="41468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28675"/>
                <a:endParaRPr lang="ko-KR" altLang="en-US" sz="1100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58" name="Line 69">
                <a:extLst>
                  <a:ext uri="{FF2B5EF4-FFF2-40B4-BE49-F238E27FC236}">
                    <a16:creationId xmlns:a16="http://schemas.microsoft.com/office/drawing/2014/main" id="{7FF41C65-F428-F3D2-C7EF-8E5A2AA35A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168182" y="257748"/>
                <a:ext cx="82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sp>
            <p:nvSpPr>
              <p:cNvPr id="60" name="Line 71">
                <a:extLst>
                  <a:ext uri="{FF2B5EF4-FFF2-40B4-BE49-F238E27FC236}">
                    <a16:creationId xmlns:a16="http://schemas.microsoft.com/office/drawing/2014/main" id="{3BE88288-E4A9-2C18-E959-7D1D4CB81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8178" y="257985"/>
                <a:ext cx="94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  <a:headEnd/>
                <a:tailEnd type="triangle" w="sm" len="sm"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>
                  <a:latin typeface="netmarble Medium" panose="02020603020101020101" pitchFamily="18" charset="-127"/>
                  <a:ea typeface="netmarble Medium" panose="02020603020101020101" pitchFamily="18" charset="-127"/>
                </a:endParaRPr>
              </a:p>
            </p:txBody>
          </p:sp>
          <p:grpSp>
            <p:nvGrpSpPr>
              <p:cNvPr id="61" name="Group 269">
                <a:extLst>
                  <a:ext uri="{FF2B5EF4-FFF2-40B4-BE49-F238E27FC236}">
                    <a16:creationId xmlns:a16="http://schemas.microsoft.com/office/drawing/2014/main" id="{F16CD83B-89EF-F2A2-EF5D-17AB91E0C7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168088" y="257954"/>
                <a:ext cx="75" cy="65"/>
                <a:chOff x="168088" y="257954"/>
                <a:chExt cx="75" cy="65"/>
              </a:xfrm>
            </p:grpSpPr>
            <p:sp>
              <p:nvSpPr>
                <p:cNvPr id="286" name="Rectangle 66">
                  <a:extLst>
                    <a:ext uri="{FF2B5EF4-FFF2-40B4-BE49-F238E27FC236}">
                      <a16:creationId xmlns:a16="http://schemas.microsoft.com/office/drawing/2014/main" id="{5ACCA0A1-1834-E173-158D-D0404D3A8D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 flipV="1">
                  <a:off x="168101" y="257964"/>
                  <a:ext cx="62" cy="45"/>
                </a:xfrm>
                <a:prstGeom prst="rect">
                  <a:avLst/>
                </a:prstGeom>
                <a:solidFill>
                  <a:srgbClr val="C0C0C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10800000" wrap="square" lIns="82936" tIns="41468" rIns="82936" bIns="41468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828675"/>
                  <a:endParaRPr lang="ko-KR" altLang="en-US" sz="1100">
                    <a:latin typeface="netmarble Medium" panose="02020603020101020101" pitchFamily="18" charset="-127"/>
                    <a:ea typeface="netmarble Medium" panose="02020603020101020101" pitchFamily="18" charset="-127"/>
                  </a:endParaRPr>
                </a:p>
              </p:txBody>
            </p:sp>
            <p:sp>
              <p:nvSpPr>
                <p:cNvPr id="287" name="Rectangle 68">
                  <a:extLst>
                    <a:ext uri="{FF2B5EF4-FFF2-40B4-BE49-F238E27FC236}">
                      <a16:creationId xmlns:a16="http://schemas.microsoft.com/office/drawing/2014/main" id="{44ED04C1-52C7-CEB9-886A-7438218D27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168088" y="257954"/>
                  <a:ext cx="17" cy="65"/>
                </a:xfrm>
                <a:prstGeom prst="rect">
                  <a:avLst/>
                </a:prstGeom>
                <a:solidFill>
                  <a:srgbClr val="C0C0C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10800000" wrap="square" lIns="82936" tIns="41468" rIns="82936" bIns="41468" anchor="ctr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828675"/>
                  <a:endParaRPr lang="ko-KR" altLang="en-US" sz="1100">
                    <a:latin typeface="netmarble Medium" panose="02020603020101020101" pitchFamily="18" charset="-127"/>
                    <a:ea typeface="netmarble Medium" panose="02020603020101020101" pitchFamily="18" charset="-127"/>
                  </a:endParaRPr>
                </a:p>
              </p:txBody>
            </p:sp>
          </p:grpSp>
        </p:grpSp>
        <p:sp>
          <p:nvSpPr>
            <p:cNvPr id="47" name="Text Box 1099">
              <a:extLst>
                <a:ext uri="{FF2B5EF4-FFF2-40B4-BE49-F238E27FC236}">
                  <a16:creationId xmlns:a16="http://schemas.microsoft.com/office/drawing/2014/main" id="{31BDB4E6-0D91-4A1A-B85A-0AF3A36A75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02" y="846445"/>
              <a:ext cx="921384" cy="230256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 upright="1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b="1" dirty="0">
                  <a:solidFill>
                    <a:srgbClr val="000000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NOS </a:t>
              </a:r>
              <a:r>
                <a:rPr lang="ko-KR" altLang="en-US" sz="1000" b="1" dirty="0">
                  <a:solidFill>
                    <a:srgbClr val="000000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밸브</a:t>
              </a:r>
              <a:endParaRPr lang="en-US" altLang="ko-KR" sz="1000" b="1" i="0" u="none" strike="noStrike" baseline="0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endParaRPr>
            </a:p>
          </p:txBody>
        </p:sp>
      </p:grpSp>
      <p:cxnSp>
        <p:nvCxnSpPr>
          <p:cNvPr id="288" name="꺾인 연결선 164">
            <a:extLst>
              <a:ext uri="{FF2B5EF4-FFF2-40B4-BE49-F238E27FC236}">
                <a16:creationId xmlns:a16="http://schemas.microsoft.com/office/drawing/2014/main" id="{B967018E-E678-C764-1710-670B3AE85AF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415942" y="-72379"/>
            <a:ext cx="297982" cy="9213287"/>
          </a:xfrm>
          <a:prstGeom prst="bentConnector4">
            <a:avLst>
              <a:gd name="adj1" fmla="val -512172"/>
              <a:gd name="adj2" fmla="val 100067"/>
            </a:avLst>
          </a:prstGeom>
          <a:ln w="571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DD93EBB7-C21C-B343-9F33-F8C5FDABAAFD}"/>
              </a:ext>
            </a:extLst>
          </p:cNvPr>
          <p:cNvGrpSpPr/>
          <p:nvPr/>
        </p:nvGrpSpPr>
        <p:grpSpPr>
          <a:xfrm rot="16200000" flipH="1">
            <a:off x="10082671" y="4094843"/>
            <a:ext cx="324494" cy="425050"/>
            <a:chOff x="0" y="0"/>
            <a:chExt cx="289714" cy="427430"/>
          </a:xfrm>
        </p:grpSpPr>
        <p:grpSp>
          <p:nvGrpSpPr>
            <p:cNvPr id="290" name="그룹 289">
              <a:extLst>
                <a:ext uri="{FF2B5EF4-FFF2-40B4-BE49-F238E27FC236}">
                  <a16:creationId xmlns:a16="http://schemas.microsoft.com/office/drawing/2014/main" id="{5DDE8994-51DE-359D-0B78-F50A3EF1644C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 flipV="1">
              <a:off x="0" y="0"/>
              <a:ext cx="142934" cy="146876"/>
              <a:chOff x="0" y="0"/>
              <a:chExt cx="105971" cy="124895"/>
            </a:xfrm>
            <a:solidFill>
              <a:schemeClr val="bg1">
                <a:lumMod val="65000"/>
              </a:schemeClr>
            </a:solidFill>
          </p:grpSpPr>
          <p:sp>
            <p:nvSpPr>
              <p:cNvPr id="300" name="Rectangle 425">
                <a:extLst>
                  <a:ext uri="{FF2B5EF4-FFF2-40B4-BE49-F238E27FC236}">
                    <a16:creationId xmlns:a16="http://schemas.microsoft.com/office/drawing/2014/main" id="{AF463353-0C00-7103-DF7C-49FCD32E2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9678" y="56263"/>
                <a:ext cx="66616" cy="70648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  <p:sp>
            <p:nvSpPr>
              <p:cNvPr id="301" name="Rectangle 427">
                <a:extLst>
                  <a:ext uri="{FF2B5EF4-FFF2-40B4-BE49-F238E27FC236}">
                    <a16:creationId xmlns:a16="http://schemas.microsoft.com/office/drawing/2014/main" id="{E10B4078-8982-DA19-57FD-99201952E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4586" y="-33023"/>
                <a:ext cx="16222" cy="82267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  <p:sp>
            <p:nvSpPr>
              <p:cNvPr id="302" name="Rectangle 428">
                <a:extLst>
                  <a:ext uri="{FF2B5EF4-FFF2-40B4-BE49-F238E27FC236}">
                    <a16:creationId xmlns:a16="http://schemas.microsoft.com/office/drawing/2014/main" id="{09D63005-83F9-DFBC-A3CD-1A8EF9DFB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9461" y="-3239"/>
                <a:ext cx="67050" cy="105971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</p:grpSp>
        <p:grpSp>
          <p:nvGrpSpPr>
            <p:cNvPr id="291" name="그룹 290">
              <a:extLst>
                <a:ext uri="{FF2B5EF4-FFF2-40B4-BE49-F238E27FC236}">
                  <a16:creationId xmlns:a16="http://schemas.microsoft.com/office/drawing/2014/main" id="{0FDCB342-5B06-E382-F1C9-9118D4603F71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" y="280554"/>
              <a:ext cx="142934" cy="146876"/>
              <a:chOff x="0" y="280554"/>
              <a:chExt cx="105971" cy="124895"/>
            </a:xfrm>
            <a:solidFill>
              <a:schemeClr val="bg1">
                <a:lumMod val="65000"/>
              </a:schemeClr>
            </a:solidFill>
          </p:grpSpPr>
          <p:sp>
            <p:nvSpPr>
              <p:cNvPr id="297" name="Rectangle 425">
                <a:extLst>
                  <a:ext uri="{FF2B5EF4-FFF2-40B4-BE49-F238E27FC236}">
                    <a16:creationId xmlns:a16="http://schemas.microsoft.com/office/drawing/2014/main" id="{A0F09D94-AC05-E0EF-9DE4-DF1ECAE46B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9678" y="336817"/>
                <a:ext cx="66616" cy="70648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  <p:sp>
            <p:nvSpPr>
              <p:cNvPr id="298" name="Rectangle 427">
                <a:extLst>
                  <a:ext uri="{FF2B5EF4-FFF2-40B4-BE49-F238E27FC236}">
                    <a16:creationId xmlns:a16="http://schemas.microsoft.com/office/drawing/2014/main" id="{B1C21EA1-E943-E077-D374-A57F9FD2F1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4586" y="247531"/>
                <a:ext cx="16222" cy="82267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  <p:sp>
            <p:nvSpPr>
              <p:cNvPr id="299" name="Rectangle 428">
                <a:extLst>
                  <a:ext uri="{FF2B5EF4-FFF2-40B4-BE49-F238E27FC236}">
                    <a16:creationId xmlns:a16="http://schemas.microsoft.com/office/drawing/2014/main" id="{D95CDCDB-A531-EE7B-87A7-C7F7165A39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9461" y="277315"/>
                <a:ext cx="67050" cy="105971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</p:grpSp>
        <p:grpSp>
          <p:nvGrpSpPr>
            <p:cNvPr id="292" name="그룹 291">
              <a:extLst>
                <a:ext uri="{FF2B5EF4-FFF2-40B4-BE49-F238E27FC236}">
                  <a16:creationId xmlns:a16="http://schemas.microsoft.com/office/drawing/2014/main" id="{092B58CE-F6D4-EDFF-28D7-14A796650D88}"/>
                </a:ext>
              </a:extLst>
            </p:cNvPr>
            <p:cNvGrpSpPr/>
            <p:nvPr/>
          </p:nvGrpSpPr>
          <p:grpSpPr>
            <a:xfrm>
              <a:off x="121795" y="152326"/>
              <a:ext cx="167919" cy="120721"/>
              <a:chOff x="121794" y="152325"/>
              <a:chExt cx="163466" cy="122359"/>
            </a:xfrm>
          </p:grpSpPr>
          <p:sp>
            <p:nvSpPr>
              <p:cNvPr id="294" name="Rectangle 425">
                <a:extLst>
                  <a:ext uri="{FF2B5EF4-FFF2-40B4-BE49-F238E27FC236}">
                    <a16:creationId xmlns:a16="http://schemas.microsoft.com/office/drawing/2014/main" id="{7FDA21FE-9C6B-2E98-9F6E-D0DBA8250D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121794" y="172762"/>
                <a:ext cx="86381" cy="81485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  <p:sp>
            <p:nvSpPr>
              <p:cNvPr id="295" name="Rectangle 427">
                <a:extLst>
                  <a:ext uri="{FF2B5EF4-FFF2-40B4-BE49-F238E27FC236}">
                    <a16:creationId xmlns:a16="http://schemas.microsoft.com/office/drawing/2014/main" id="{A78D026F-CB73-ADB5-3B7F-1544585354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263803" y="166374"/>
                <a:ext cx="21457" cy="9493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  <p:sp>
            <p:nvSpPr>
              <p:cNvPr id="296" name="Rectangle 428">
                <a:extLst>
                  <a:ext uri="{FF2B5EF4-FFF2-40B4-BE49-F238E27FC236}">
                    <a16:creationId xmlns:a16="http://schemas.microsoft.com/office/drawing/2014/main" id="{A20C7846-0D71-7ADD-AA43-81170BAA4C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V="1">
                <a:off x="175116" y="152325"/>
                <a:ext cx="88687" cy="12235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</p:grpSp>
        <p:sp>
          <p:nvSpPr>
            <p:cNvPr id="293" name="Rectangle 429">
              <a:extLst>
                <a:ext uri="{FF2B5EF4-FFF2-40B4-BE49-F238E27FC236}">
                  <a16:creationId xmlns:a16="http://schemas.microsoft.com/office/drawing/2014/main" id="{9F43E8DE-591B-82C2-DDA8-514F24B918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V="1">
              <a:off x="-12124" y="155566"/>
              <a:ext cx="168689" cy="11208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b="0"/>
            </a:p>
          </p:txBody>
        </p:sp>
      </p:grpSp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AD9D236A-4F18-25C3-CADC-4D6C1CCA4031}"/>
              </a:ext>
            </a:extLst>
          </p:cNvPr>
          <p:cNvGrpSpPr/>
          <p:nvPr/>
        </p:nvGrpSpPr>
        <p:grpSpPr>
          <a:xfrm rot="10800000">
            <a:off x="10976628" y="4146779"/>
            <a:ext cx="282572" cy="288806"/>
            <a:chOff x="6810378" y="5020770"/>
            <a:chExt cx="214191" cy="272298"/>
          </a:xfrm>
        </p:grpSpPr>
        <p:sp>
          <p:nvSpPr>
            <p:cNvPr id="304" name="Freeform 137">
              <a:extLst>
                <a:ext uri="{FF2B5EF4-FFF2-40B4-BE49-F238E27FC236}">
                  <a16:creationId xmlns:a16="http://schemas.microsoft.com/office/drawing/2014/main" id="{660ACD9D-5697-3009-F53E-BB37E553D77E}"/>
                </a:ext>
              </a:extLst>
            </p:cNvPr>
            <p:cNvSpPr>
              <a:spLocks/>
            </p:cNvSpPr>
            <p:nvPr/>
          </p:nvSpPr>
          <p:spPr bwMode="auto">
            <a:xfrm rot="16200000" flipH="1" flipV="1">
              <a:off x="6813753" y="5149899"/>
              <a:ext cx="144882" cy="116003"/>
            </a:xfrm>
            <a:custGeom>
              <a:avLst/>
              <a:gdLst>
                <a:gd name="T0" fmla="*/ 13 w 69"/>
                <a:gd name="T1" fmla="*/ 0 h 67"/>
                <a:gd name="T2" fmla="*/ 13 w 69"/>
                <a:gd name="T3" fmla="*/ 13 h 67"/>
                <a:gd name="T4" fmla="*/ 0 w 69"/>
                <a:gd name="T5" fmla="*/ 13 h 67"/>
                <a:gd name="T6" fmla="*/ 0 w 69"/>
                <a:gd name="T7" fmla="*/ 87 h 67"/>
                <a:gd name="T8" fmla="*/ 80 w 69"/>
                <a:gd name="T9" fmla="*/ 87 h 67"/>
                <a:gd name="T10" fmla="*/ 89 w 69"/>
                <a:gd name="T11" fmla="*/ 78 h 67"/>
                <a:gd name="T12" fmla="*/ 89 w 69"/>
                <a:gd name="T13" fmla="*/ 1 h 67"/>
                <a:gd name="T14" fmla="*/ 13 w 69"/>
                <a:gd name="T15" fmla="*/ 0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9"/>
                <a:gd name="T25" fmla="*/ 0 h 67"/>
                <a:gd name="T26" fmla="*/ 69 w 69"/>
                <a:gd name="T27" fmla="*/ 67 h 6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9" h="67">
                  <a:moveTo>
                    <a:pt x="13" y="0"/>
                  </a:moveTo>
                  <a:lnTo>
                    <a:pt x="13" y="13"/>
                  </a:lnTo>
                  <a:lnTo>
                    <a:pt x="0" y="13"/>
                  </a:lnTo>
                  <a:lnTo>
                    <a:pt x="0" y="67"/>
                  </a:lnTo>
                  <a:lnTo>
                    <a:pt x="60" y="67"/>
                  </a:lnTo>
                  <a:lnTo>
                    <a:pt x="69" y="58"/>
                  </a:lnTo>
                  <a:lnTo>
                    <a:pt x="69" y="1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grpSp>
          <p:nvGrpSpPr>
            <p:cNvPr id="305" name="Group 138">
              <a:extLst>
                <a:ext uri="{FF2B5EF4-FFF2-40B4-BE49-F238E27FC236}">
                  <a16:creationId xmlns:a16="http://schemas.microsoft.com/office/drawing/2014/main" id="{6E640A25-8836-FE94-FD42-174696B91862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H="1" flipV="1">
              <a:off x="6797757" y="5033391"/>
              <a:ext cx="152846" cy="127603"/>
              <a:chOff x="-43254" y="41867"/>
              <a:chExt cx="84" cy="76"/>
            </a:xfrm>
            <a:solidFill>
              <a:srgbClr val="FFFF00"/>
            </a:solidFill>
          </p:grpSpPr>
          <p:sp>
            <p:nvSpPr>
              <p:cNvPr id="307" name="Rectangle 139">
                <a:extLst>
                  <a:ext uri="{FF2B5EF4-FFF2-40B4-BE49-F238E27FC236}">
                    <a16:creationId xmlns:a16="http://schemas.microsoft.com/office/drawing/2014/main" id="{8661562B-A564-3140-A3EE-8F853E168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3254" y="41874"/>
                <a:ext cx="13" cy="6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/>
              </a:p>
            </p:txBody>
          </p:sp>
          <p:sp>
            <p:nvSpPr>
              <p:cNvPr id="308" name="Rectangle 140">
                <a:extLst>
                  <a:ext uri="{FF2B5EF4-FFF2-40B4-BE49-F238E27FC236}">
                    <a16:creationId xmlns:a16="http://schemas.microsoft.com/office/drawing/2014/main" id="{0FFA5436-44D4-039E-B4DB-8A1CE39EF7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3235" y="41867"/>
                <a:ext cx="65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/>
              </a:p>
            </p:txBody>
          </p:sp>
        </p:grpSp>
        <p:sp>
          <p:nvSpPr>
            <p:cNvPr id="306" name="Rectangle 143">
              <a:extLst>
                <a:ext uri="{FF2B5EF4-FFF2-40B4-BE49-F238E27FC236}">
                  <a16:creationId xmlns:a16="http://schemas.microsoft.com/office/drawing/2014/main" id="{958EF65D-F825-F282-7D37-288A1448C6A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6920166" y="5148186"/>
              <a:ext cx="104403" cy="144882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cxnSp>
        <p:nvCxnSpPr>
          <p:cNvPr id="309" name="꺾인 연결선 164">
            <a:extLst>
              <a:ext uri="{FF2B5EF4-FFF2-40B4-BE49-F238E27FC236}">
                <a16:creationId xmlns:a16="http://schemas.microsoft.com/office/drawing/2014/main" id="{FF7591CF-4FE9-8692-C5C1-EF33FBAC3054}"/>
              </a:ext>
            </a:extLst>
          </p:cNvPr>
          <p:cNvCxnSpPr>
            <a:cxnSpLocks/>
            <a:stCxn id="296" idx="1"/>
            <a:endCxn id="39" idx="0"/>
          </p:cNvCxnSpPr>
          <p:nvPr/>
        </p:nvCxnSpPr>
        <p:spPr>
          <a:xfrm rot="16200000" flipH="1">
            <a:off x="9982487" y="4706337"/>
            <a:ext cx="533880" cy="11062"/>
          </a:xfrm>
          <a:prstGeom prst="bentConnector3">
            <a:avLst>
              <a:gd name="adj1" fmla="val 50000"/>
            </a:avLst>
          </a:prstGeom>
          <a:ln w="571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오른쪽 화살표 90">
            <a:extLst>
              <a:ext uri="{FF2B5EF4-FFF2-40B4-BE49-F238E27FC236}">
                <a16:creationId xmlns:a16="http://schemas.microsoft.com/office/drawing/2014/main" id="{96E7F330-51E3-4A99-3559-FDF389B0DBF4}"/>
              </a:ext>
            </a:extLst>
          </p:cNvPr>
          <p:cNvSpPr/>
          <p:nvPr/>
        </p:nvSpPr>
        <p:spPr>
          <a:xfrm rot="5400000">
            <a:off x="11531982" y="5199986"/>
            <a:ext cx="272050" cy="207556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2" name="Text Box 1099">
            <a:extLst>
              <a:ext uri="{FF2B5EF4-FFF2-40B4-BE49-F238E27FC236}">
                <a16:creationId xmlns:a16="http://schemas.microsoft.com/office/drawing/2014/main" id="{C2FAB54F-3F6F-D286-C17A-4103B0F99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7701" y="5525604"/>
            <a:ext cx="860611" cy="196850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ko-KR" altLang="en-US" sz="1000" b="1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온수 </a:t>
            </a:r>
            <a:r>
              <a:rPr lang="ko-KR" altLang="en-US" sz="1000" b="1" dirty="0" err="1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오버히팅</a:t>
            </a:r>
            <a:endParaRPr lang="en-US" altLang="ko-KR" sz="1000" b="1" i="0" u="none" strike="noStrike" baseline="0" dirty="0">
              <a:solidFill>
                <a:srgbClr val="000000"/>
              </a:solidFill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</p:txBody>
      </p:sp>
      <p:grpSp>
        <p:nvGrpSpPr>
          <p:cNvPr id="350" name="그룹 349">
            <a:extLst>
              <a:ext uri="{FF2B5EF4-FFF2-40B4-BE49-F238E27FC236}">
                <a16:creationId xmlns:a16="http://schemas.microsoft.com/office/drawing/2014/main" id="{55D5BD85-BC2F-AAE2-2DF9-8BB64005B982}"/>
              </a:ext>
            </a:extLst>
          </p:cNvPr>
          <p:cNvGrpSpPr/>
          <p:nvPr/>
        </p:nvGrpSpPr>
        <p:grpSpPr>
          <a:xfrm>
            <a:off x="6505471" y="1358528"/>
            <a:ext cx="459572" cy="1398957"/>
            <a:chOff x="6505171" y="1384654"/>
            <a:chExt cx="451725" cy="329152"/>
          </a:xfrm>
        </p:grpSpPr>
        <p:cxnSp>
          <p:nvCxnSpPr>
            <p:cNvPr id="101" name="직선 연결선 100"/>
            <p:cNvCxnSpPr>
              <a:cxnSpLocks/>
            </p:cNvCxnSpPr>
            <p:nvPr/>
          </p:nvCxnSpPr>
          <p:spPr>
            <a:xfrm flipV="1">
              <a:off x="6505171" y="1388024"/>
              <a:ext cx="451725" cy="9"/>
            </a:xfrm>
            <a:prstGeom prst="line">
              <a:avLst/>
            </a:prstGeom>
            <a:ln w="571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직선 연결선 344">
              <a:extLst>
                <a:ext uri="{FF2B5EF4-FFF2-40B4-BE49-F238E27FC236}">
                  <a16:creationId xmlns:a16="http://schemas.microsoft.com/office/drawing/2014/main" id="{B415A1AC-453F-DE0E-951D-79B3C14F188C}"/>
                </a:ext>
              </a:extLst>
            </p:cNvPr>
            <p:cNvCxnSpPr>
              <a:cxnSpLocks/>
            </p:cNvCxnSpPr>
            <p:nvPr/>
          </p:nvCxnSpPr>
          <p:spPr>
            <a:xfrm>
              <a:off x="6930902" y="1384654"/>
              <a:ext cx="0" cy="329152"/>
            </a:xfrm>
            <a:prstGeom prst="line">
              <a:avLst/>
            </a:prstGeom>
            <a:ln w="571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 Box 1099">
            <a:extLst>
              <a:ext uri="{FF2B5EF4-FFF2-40B4-BE49-F238E27FC236}">
                <a16:creationId xmlns:a16="http://schemas.microsoft.com/office/drawing/2014/main" id="{32D0EB97-3962-5A5D-C4D2-C4A68818D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236" y="5110093"/>
            <a:ext cx="1257100" cy="540439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ko-KR" altLang="en-US" sz="1000" b="1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온수탱크</a:t>
            </a:r>
            <a:endParaRPr lang="en-US" altLang="ko-KR" sz="1000" b="1" dirty="0">
              <a:solidFill>
                <a:srgbClr val="000000"/>
              </a:solidFill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  <a:p>
            <a:pPr algn="ctr" rtl="0">
              <a:defRPr sz="1000"/>
            </a:pPr>
            <a:r>
              <a:rPr lang="en-US" altLang="ko-KR" sz="1000" b="1" i="0" u="none" strike="noStrike" baseline="0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(</a:t>
            </a:r>
            <a:r>
              <a:rPr lang="ko-KR" altLang="en-US" sz="1000" b="1" i="0" u="none" strike="noStrike" baseline="0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약 </a:t>
            </a:r>
            <a:r>
              <a:rPr lang="en-US" altLang="ko-KR" sz="1000" b="1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1L)</a:t>
            </a:r>
          </a:p>
          <a:p>
            <a:pPr algn="ctr" rtl="0">
              <a:defRPr sz="1000"/>
            </a:pPr>
            <a:r>
              <a:rPr lang="en-US" altLang="ko-KR" sz="1000" b="1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: </a:t>
            </a:r>
            <a:r>
              <a:rPr lang="ko-KR" altLang="en-US" sz="1000" b="1" dirty="0" err="1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목업</a:t>
            </a:r>
            <a:r>
              <a:rPr lang="ko-KR" altLang="en-US" sz="1000" b="1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 사출탱크 적용</a:t>
            </a:r>
            <a:endParaRPr lang="en-US" altLang="ko-KR" sz="1000" b="1" dirty="0">
              <a:solidFill>
                <a:srgbClr val="000000"/>
              </a:solidFill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  <a:p>
            <a:pPr algn="ctr" rtl="0">
              <a:defRPr sz="1000"/>
            </a:pPr>
            <a:r>
              <a:rPr lang="ko-KR" altLang="en-US" sz="1000" b="1" dirty="0">
                <a:solidFill>
                  <a:srgbClr val="0000FF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▶ 온수탱크는 부팅 했을 때 처음에만 채워주면 됨</a:t>
            </a:r>
            <a:endParaRPr lang="en-US" altLang="ko-KR" sz="1000" b="1" dirty="0">
              <a:solidFill>
                <a:srgbClr val="0000FF"/>
              </a:solidFill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  <a:p>
            <a:pPr algn="ctr" rtl="0">
              <a:defRPr sz="1000"/>
            </a:pPr>
            <a:r>
              <a:rPr lang="ko-KR" altLang="en-US" sz="1000" b="1" dirty="0">
                <a:solidFill>
                  <a:srgbClr val="0000FF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이후부터는 </a:t>
            </a:r>
            <a:r>
              <a:rPr lang="ko-KR" altLang="en-US" sz="1000" b="1" dirty="0" err="1">
                <a:solidFill>
                  <a:srgbClr val="0000FF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비워져있을</a:t>
            </a:r>
            <a:r>
              <a:rPr lang="ko-KR" altLang="en-US" sz="1000" b="1" dirty="0">
                <a:solidFill>
                  <a:srgbClr val="0000FF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 일이 없음</a:t>
            </a:r>
            <a:r>
              <a:rPr lang="en-US" altLang="ko-KR" sz="1000" b="1" dirty="0">
                <a:solidFill>
                  <a:srgbClr val="0000FF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!!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3107DF9-D285-47D7-EC0E-DFB1408C0D21}"/>
              </a:ext>
            </a:extLst>
          </p:cNvPr>
          <p:cNvSpPr txBox="1"/>
          <p:nvPr/>
        </p:nvSpPr>
        <p:spPr>
          <a:xfrm>
            <a:off x="104514" y="131511"/>
            <a:ext cx="8180962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ko-KR" altLang="en-US" sz="1600" dirty="0" err="1">
                <a:latin typeface="netmarble Medium" panose="02020603020101020101" pitchFamily="18" charset="-127"/>
                <a:ea typeface="netmarble Medium" panose="02020603020101020101" pitchFamily="18" charset="-127"/>
              </a:rPr>
              <a:t>인스톨프리</a:t>
            </a:r>
            <a:r>
              <a:rPr lang="ko-KR" altLang="en-US" sz="1600" dirty="0">
                <a:latin typeface="netmarble Medium" panose="02020603020101020101" pitchFamily="18" charset="-127"/>
                <a:ea typeface="netmarble Medium" panose="02020603020101020101" pitchFamily="18" charset="-127"/>
              </a:rPr>
              <a:t> </a:t>
            </a:r>
            <a:r>
              <a:rPr lang="en-US" altLang="ko-KR" sz="1600" dirty="0">
                <a:latin typeface="netmarble Medium" panose="02020603020101020101" pitchFamily="18" charset="-127"/>
                <a:ea typeface="netmarble Medium" panose="02020603020101020101" pitchFamily="18" charset="-127"/>
              </a:rPr>
              <a:t>HP_</a:t>
            </a:r>
            <a:r>
              <a:rPr lang="ko-KR" altLang="en-US" sz="1600" dirty="0" err="1">
                <a:latin typeface="netmarble Medium" panose="02020603020101020101" pitchFamily="18" charset="-127"/>
                <a:ea typeface="netmarble Medium" panose="02020603020101020101" pitchFamily="18" charset="-127"/>
              </a:rPr>
              <a:t>저탕식</a:t>
            </a:r>
            <a:r>
              <a:rPr lang="en-US" altLang="ko-KR" sz="1600" dirty="0">
                <a:latin typeface="netmarble Medium" panose="02020603020101020101" pitchFamily="18" charset="-127"/>
                <a:ea typeface="netmarble Medium" panose="02020603020101020101" pitchFamily="18" charset="-127"/>
              </a:rPr>
              <a:t> - </a:t>
            </a:r>
            <a:r>
              <a:rPr lang="ko-KR" altLang="en-US" sz="1600" dirty="0">
                <a:latin typeface="netmarble Medium" panose="02020603020101020101" pitchFamily="18" charset="-127"/>
                <a:ea typeface="netmarble Medium" panose="02020603020101020101" pitchFamily="18" charset="-127"/>
              </a:rPr>
              <a:t>수배관</a:t>
            </a: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060F4969-645F-F0A1-572C-8A0A11090903}"/>
              </a:ext>
            </a:extLst>
          </p:cNvPr>
          <p:cNvGrpSpPr/>
          <p:nvPr/>
        </p:nvGrpSpPr>
        <p:grpSpPr>
          <a:xfrm>
            <a:off x="3553928" y="3993945"/>
            <a:ext cx="570640" cy="615523"/>
            <a:chOff x="3048831" y="3182275"/>
            <a:chExt cx="545622" cy="588537"/>
          </a:xfrm>
        </p:grpSpPr>
        <p:sp>
          <p:nvSpPr>
            <p:cNvPr id="99" name="모서리가 둥근 직사각형 96">
              <a:extLst>
                <a:ext uri="{FF2B5EF4-FFF2-40B4-BE49-F238E27FC236}">
                  <a16:creationId xmlns:a16="http://schemas.microsoft.com/office/drawing/2014/main" id="{A3792D71-8062-67C3-BC9B-50D3B66375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3249200" y="3321855"/>
              <a:ext cx="157049" cy="6720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2640C0A9-0374-A697-0EF6-90FFE10CA0E4}"/>
                </a:ext>
              </a:extLst>
            </p:cNvPr>
            <p:cNvGrpSpPr/>
            <p:nvPr/>
          </p:nvGrpSpPr>
          <p:grpSpPr>
            <a:xfrm rot="5400000" flipH="1">
              <a:off x="3113371" y="3289730"/>
              <a:ext cx="416542" cy="545622"/>
              <a:chOff x="0" y="0"/>
              <a:chExt cx="289714" cy="427430"/>
            </a:xfrm>
          </p:grpSpPr>
          <p:grpSp>
            <p:nvGrpSpPr>
              <p:cNvPr id="352" name="그룹 351">
                <a:extLst>
                  <a:ext uri="{FF2B5EF4-FFF2-40B4-BE49-F238E27FC236}">
                    <a16:creationId xmlns:a16="http://schemas.microsoft.com/office/drawing/2014/main" id="{3CC6FA45-C91E-093B-971D-B173BD2CC8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 flipV="1">
                <a:off x="0" y="0"/>
                <a:ext cx="142934" cy="146876"/>
                <a:chOff x="0" y="0"/>
                <a:chExt cx="105971" cy="124895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363" name="Rectangle 425">
                  <a:extLst>
                    <a:ext uri="{FF2B5EF4-FFF2-40B4-BE49-F238E27FC236}">
                      <a16:creationId xmlns:a16="http://schemas.microsoft.com/office/drawing/2014/main" id="{7814381A-4F1E-6AFF-67D5-45C9D1EA16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19678" y="56263"/>
                  <a:ext cx="66616" cy="7064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square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700" b="0"/>
                </a:p>
              </p:txBody>
            </p:sp>
            <p:sp>
              <p:nvSpPr>
                <p:cNvPr id="364" name="Rectangle 427">
                  <a:extLst>
                    <a:ext uri="{FF2B5EF4-FFF2-40B4-BE49-F238E27FC236}">
                      <a16:creationId xmlns:a16="http://schemas.microsoft.com/office/drawing/2014/main" id="{4402B65D-2109-9380-94B1-D832DF4E1B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44586" y="-33023"/>
                  <a:ext cx="16222" cy="82267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square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700" b="0"/>
                </a:p>
              </p:txBody>
            </p:sp>
            <p:sp>
              <p:nvSpPr>
                <p:cNvPr id="367" name="Rectangle 428">
                  <a:extLst>
                    <a:ext uri="{FF2B5EF4-FFF2-40B4-BE49-F238E27FC236}">
                      <a16:creationId xmlns:a16="http://schemas.microsoft.com/office/drawing/2014/main" id="{0C5EAC12-B692-B929-FE78-0EBDF5502E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19461" y="-3239"/>
                  <a:ext cx="67050" cy="105971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square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700" b="0"/>
                </a:p>
              </p:txBody>
            </p:sp>
          </p:grpSp>
          <p:grpSp>
            <p:nvGrpSpPr>
              <p:cNvPr id="353" name="그룹 352">
                <a:extLst>
                  <a:ext uri="{FF2B5EF4-FFF2-40B4-BE49-F238E27FC236}">
                    <a16:creationId xmlns:a16="http://schemas.microsoft.com/office/drawing/2014/main" id="{B89236FB-F0BD-9116-5AF5-036DFA5AA0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" y="280554"/>
                <a:ext cx="142934" cy="146876"/>
                <a:chOff x="0" y="280554"/>
                <a:chExt cx="105971" cy="124895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359" name="Rectangle 425">
                  <a:extLst>
                    <a:ext uri="{FF2B5EF4-FFF2-40B4-BE49-F238E27FC236}">
                      <a16:creationId xmlns:a16="http://schemas.microsoft.com/office/drawing/2014/main" id="{0C720AE4-3159-A48C-C757-738E8B4629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19678" y="336817"/>
                  <a:ext cx="66616" cy="7064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square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700" b="0"/>
                </a:p>
              </p:txBody>
            </p:sp>
            <p:sp>
              <p:nvSpPr>
                <p:cNvPr id="360" name="Rectangle 427">
                  <a:extLst>
                    <a:ext uri="{FF2B5EF4-FFF2-40B4-BE49-F238E27FC236}">
                      <a16:creationId xmlns:a16="http://schemas.microsoft.com/office/drawing/2014/main" id="{3E0F89B8-018F-3B9A-C7E0-A6C8EA7682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44586" y="247531"/>
                  <a:ext cx="16222" cy="82267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square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700" b="0"/>
                </a:p>
              </p:txBody>
            </p:sp>
            <p:sp>
              <p:nvSpPr>
                <p:cNvPr id="361" name="Rectangle 428">
                  <a:extLst>
                    <a:ext uri="{FF2B5EF4-FFF2-40B4-BE49-F238E27FC236}">
                      <a16:creationId xmlns:a16="http://schemas.microsoft.com/office/drawing/2014/main" id="{EE120AD6-068A-6BA5-DC4B-C0C051E628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19461" y="277315"/>
                  <a:ext cx="67050" cy="105971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square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700" b="0"/>
                </a:p>
              </p:txBody>
            </p:sp>
          </p:grpSp>
          <p:grpSp>
            <p:nvGrpSpPr>
              <p:cNvPr id="354" name="그룹 353">
                <a:extLst>
                  <a:ext uri="{FF2B5EF4-FFF2-40B4-BE49-F238E27FC236}">
                    <a16:creationId xmlns:a16="http://schemas.microsoft.com/office/drawing/2014/main" id="{9E03CD5B-4D31-73E7-ED78-B98FA37348E6}"/>
                  </a:ext>
                </a:extLst>
              </p:cNvPr>
              <p:cNvGrpSpPr/>
              <p:nvPr/>
            </p:nvGrpSpPr>
            <p:grpSpPr>
              <a:xfrm>
                <a:off x="121795" y="152326"/>
                <a:ext cx="167919" cy="120721"/>
                <a:chOff x="121794" y="152325"/>
                <a:chExt cx="163466" cy="122359"/>
              </a:xfrm>
            </p:grpSpPr>
            <p:sp>
              <p:nvSpPr>
                <p:cNvPr id="356" name="Rectangle 425">
                  <a:extLst>
                    <a:ext uri="{FF2B5EF4-FFF2-40B4-BE49-F238E27FC236}">
                      <a16:creationId xmlns:a16="http://schemas.microsoft.com/office/drawing/2014/main" id="{05C71AC9-4E21-ACFC-37C5-B2E0B996EF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121794" y="172762"/>
                  <a:ext cx="86381" cy="81485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square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700" b="0"/>
                </a:p>
              </p:txBody>
            </p:sp>
            <p:sp>
              <p:nvSpPr>
                <p:cNvPr id="357" name="Rectangle 427">
                  <a:extLst>
                    <a:ext uri="{FF2B5EF4-FFF2-40B4-BE49-F238E27FC236}">
                      <a16:creationId xmlns:a16="http://schemas.microsoft.com/office/drawing/2014/main" id="{1302E127-335E-39CB-338F-DAB085CB5C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263803" y="166374"/>
                  <a:ext cx="21457" cy="9493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square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700" b="0"/>
                </a:p>
              </p:txBody>
            </p:sp>
            <p:sp>
              <p:nvSpPr>
                <p:cNvPr id="358" name="Rectangle 428">
                  <a:extLst>
                    <a:ext uri="{FF2B5EF4-FFF2-40B4-BE49-F238E27FC236}">
                      <a16:creationId xmlns:a16="http://schemas.microsoft.com/office/drawing/2014/main" id="{725F0189-1790-411F-670B-B8535E71A2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175116" y="152325"/>
                  <a:ext cx="88687" cy="122359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square"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700" b="0"/>
                </a:p>
              </p:txBody>
            </p:sp>
          </p:grpSp>
          <p:sp>
            <p:nvSpPr>
              <p:cNvPr id="355" name="Rectangle 429">
                <a:extLst>
                  <a:ext uri="{FF2B5EF4-FFF2-40B4-BE49-F238E27FC236}">
                    <a16:creationId xmlns:a16="http://schemas.microsoft.com/office/drawing/2014/main" id="{A1625B33-5643-034A-EF5D-251CCB734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V="1">
                <a:off x="-12124" y="155566"/>
                <a:ext cx="168689" cy="112089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</p:grpSp>
        <p:sp>
          <p:nvSpPr>
            <p:cNvPr id="147" name="모서리가 둥근 직사각형 96">
              <a:extLst>
                <a:ext uri="{FF2B5EF4-FFF2-40B4-BE49-F238E27FC236}">
                  <a16:creationId xmlns:a16="http://schemas.microsoft.com/office/drawing/2014/main" id="{01AF6DE0-C1B7-3380-4E8A-F350C3FDFC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224285" y="3182275"/>
              <a:ext cx="206891" cy="10085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0D8A39A-9374-F9E4-3B02-E53085EFD334}"/>
              </a:ext>
            </a:extLst>
          </p:cNvPr>
          <p:cNvGrpSpPr/>
          <p:nvPr/>
        </p:nvGrpSpPr>
        <p:grpSpPr>
          <a:xfrm>
            <a:off x="4194995" y="1032832"/>
            <a:ext cx="1352099" cy="504012"/>
            <a:chOff x="5196353" y="990217"/>
            <a:chExt cx="997693" cy="50401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C532B11-A89A-C86C-046D-587F7E9D58BF}"/>
                </a:ext>
              </a:extLst>
            </p:cNvPr>
            <p:cNvSpPr/>
            <p:nvPr/>
          </p:nvSpPr>
          <p:spPr>
            <a:xfrm>
              <a:off x="5268910" y="990217"/>
              <a:ext cx="457200" cy="1187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latin typeface="netmarble Medium" panose="02020603020101020101" pitchFamily="18" charset="-127"/>
                <a:ea typeface="netmarble Medium" panose="02020603020101020101" pitchFamily="18" charset="-127"/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6FFB4C9B-A991-E81F-29AF-CF0F6B123A6C}"/>
                </a:ext>
              </a:extLst>
            </p:cNvPr>
            <p:cNvCxnSpPr/>
            <p:nvPr/>
          </p:nvCxnSpPr>
          <p:spPr>
            <a:xfrm>
              <a:off x="5726110" y="1023469"/>
              <a:ext cx="46793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A6219ABA-1DCF-E185-D704-049CCED5AF83}"/>
                </a:ext>
              </a:extLst>
            </p:cNvPr>
            <p:cNvCxnSpPr/>
            <p:nvPr/>
          </p:nvCxnSpPr>
          <p:spPr>
            <a:xfrm>
              <a:off x="5726110" y="1049616"/>
              <a:ext cx="4679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 Box 1099">
              <a:extLst>
                <a:ext uri="{FF2B5EF4-FFF2-40B4-BE49-F238E27FC236}">
                  <a16:creationId xmlns:a16="http://schemas.microsoft.com/office/drawing/2014/main" id="{CD4D75FA-7F91-E766-330C-339F1EC62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6353" y="1260090"/>
              <a:ext cx="919143" cy="234139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 upright="1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0">
                <a:defRPr sz="1000"/>
              </a:pPr>
              <a:r>
                <a:rPr lang="ko-KR" altLang="en-US" sz="1000" b="1" dirty="0">
                  <a:solidFill>
                    <a:srgbClr val="0000FF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리드스위치</a:t>
              </a:r>
              <a:endParaRPr lang="en-US" altLang="ko-KR" sz="1000" b="1" dirty="0">
                <a:solidFill>
                  <a:srgbClr val="0000FF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endParaRPr>
            </a:p>
            <a:p>
              <a:pPr algn="ctr" rtl="0">
                <a:defRPr sz="1000"/>
              </a:pPr>
              <a:r>
                <a:rPr lang="en-US" altLang="ko-KR" sz="1000" b="1" i="0" u="none" strike="noStrike" baseline="0" dirty="0">
                  <a:solidFill>
                    <a:srgbClr val="0000FF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(</a:t>
              </a:r>
              <a:r>
                <a:rPr lang="ko-KR" altLang="en-US" sz="1000" b="1" i="0" u="none" strike="noStrike" baseline="0" dirty="0">
                  <a:solidFill>
                    <a:srgbClr val="0000FF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필터 </a:t>
              </a:r>
              <a:r>
                <a:rPr lang="ko-KR" altLang="en-US" sz="1000" b="1" dirty="0" err="1">
                  <a:solidFill>
                    <a:srgbClr val="0000FF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착탈</a:t>
              </a:r>
              <a:r>
                <a:rPr lang="ko-KR" altLang="en-US" sz="1000" b="1" dirty="0">
                  <a:solidFill>
                    <a:srgbClr val="0000FF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 </a:t>
              </a:r>
              <a:r>
                <a:rPr lang="ko-KR" altLang="en-US" sz="1000" b="1" i="0" u="none" strike="noStrike" baseline="0" dirty="0">
                  <a:solidFill>
                    <a:srgbClr val="0000FF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감지</a:t>
              </a:r>
              <a:r>
                <a:rPr lang="en-US" altLang="ko-KR" sz="1000" b="1" i="0" u="none" strike="noStrike" baseline="0" dirty="0">
                  <a:solidFill>
                    <a:srgbClr val="0000FF"/>
                  </a:solidFill>
                  <a:latin typeface="netmarble Medium" panose="02020603020101020101" pitchFamily="18" charset="-127"/>
                  <a:ea typeface="netmarble Medium" panose="02020603020101020101" pitchFamily="18" charset="-127"/>
                </a:rPr>
                <a:t>)</a:t>
              </a:r>
            </a:p>
          </p:txBody>
        </p:sp>
      </p:grpSp>
      <p:sp>
        <p:nvSpPr>
          <p:cNvPr id="17" name="Text Box 1099">
            <a:extLst>
              <a:ext uri="{FF2B5EF4-FFF2-40B4-BE49-F238E27FC236}">
                <a16:creationId xmlns:a16="http://schemas.microsoft.com/office/drawing/2014/main" id="{B2CFED54-9A79-DFD8-099A-2ADF4CFA6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3534" y="3627857"/>
            <a:ext cx="1011057" cy="283308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ko-KR" altLang="en-US" sz="1000" b="1" dirty="0">
                <a:solidFill>
                  <a:srgbClr val="0000FF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입수 감지 센서</a:t>
            </a:r>
            <a:endParaRPr lang="en-US" altLang="ko-KR" sz="1000" b="1" dirty="0">
              <a:solidFill>
                <a:srgbClr val="0000FF"/>
              </a:solidFill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  <a:p>
            <a:pPr algn="ctr" rtl="0">
              <a:defRPr sz="1000"/>
            </a:pPr>
            <a:r>
              <a:rPr lang="en-US" altLang="ko-KR" sz="1000" b="1" i="0" u="none" strike="noStrike" baseline="0" dirty="0">
                <a:solidFill>
                  <a:srgbClr val="0000FF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(</a:t>
            </a:r>
            <a:r>
              <a:rPr lang="ko-KR" altLang="en-US" sz="1000" b="1" i="0" u="none" strike="noStrike" baseline="0" dirty="0">
                <a:solidFill>
                  <a:srgbClr val="0000FF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신규</a:t>
            </a:r>
            <a:r>
              <a:rPr lang="en-US" altLang="ko-KR" sz="1000" b="1" i="0" u="none" strike="noStrike" baseline="0" dirty="0">
                <a:solidFill>
                  <a:srgbClr val="0000FF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)</a:t>
            </a:r>
          </a:p>
        </p:txBody>
      </p:sp>
      <p:sp>
        <p:nvSpPr>
          <p:cNvPr id="19" name="Text Box 1099">
            <a:extLst>
              <a:ext uri="{FF2B5EF4-FFF2-40B4-BE49-F238E27FC236}">
                <a16:creationId xmlns:a16="http://schemas.microsoft.com/office/drawing/2014/main" id="{D7947521-5CD8-2B6B-DF41-CBE59CB56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7885" y="2011806"/>
            <a:ext cx="459572" cy="195494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ko-KR" altLang="en-US" sz="1000" b="1" i="0" u="none" strike="noStrike" baseline="0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정수</a:t>
            </a:r>
            <a:endParaRPr lang="en-US" altLang="ko-KR" sz="1000" b="1" i="0" u="none" strike="noStrike" baseline="0" dirty="0">
              <a:solidFill>
                <a:srgbClr val="000000"/>
              </a:solidFill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</p:txBody>
      </p:sp>
      <p:sp>
        <p:nvSpPr>
          <p:cNvPr id="62" name="Text Box 1099">
            <a:extLst>
              <a:ext uri="{FF2B5EF4-FFF2-40B4-BE49-F238E27FC236}">
                <a16:creationId xmlns:a16="http://schemas.microsoft.com/office/drawing/2014/main" id="{3136C5BD-903C-14A8-CDA2-2AE007E13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1415" y="3224552"/>
            <a:ext cx="459572" cy="195494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ko-KR" altLang="en-US" sz="1000" b="1" i="0" u="none" strike="noStrike" baseline="0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온수</a:t>
            </a:r>
            <a:endParaRPr lang="en-US" altLang="ko-KR" sz="1000" b="1" i="0" u="none" strike="noStrike" baseline="0" dirty="0">
              <a:solidFill>
                <a:srgbClr val="000000"/>
              </a:solidFill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</p:txBody>
      </p:sp>
      <p:sp>
        <p:nvSpPr>
          <p:cNvPr id="18" name="오른쪽 화살표 101">
            <a:extLst>
              <a:ext uri="{FF2B5EF4-FFF2-40B4-BE49-F238E27FC236}">
                <a16:creationId xmlns:a16="http://schemas.microsoft.com/office/drawing/2014/main" id="{4109324B-F656-54E4-AADA-D3C6E2966342}"/>
              </a:ext>
            </a:extLst>
          </p:cNvPr>
          <p:cNvSpPr/>
          <p:nvPr/>
        </p:nvSpPr>
        <p:spPr>
          <a:xfrm>
            <a:off x="8602269" y="1758332"/>
            <a:ext cx="272050" cy="20755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5" name="십자형 224">
            <a:extLst>
              <a:ext uri="{FF2B5EF4-FFF2-40B4-BE49-F238E27FC236}">
                <a16:creationId xmlns:a16="http://schemas.microsoft.com/office/drawing/2014/main" id="{A1B6C9E6-0ED5-B1AD-2884-A36F9EB81230}"/>
              </a:ext>
            </a:extLst>
          </p:cNvPr>
          <p:cNvSpPr/>
          <p:nvPr/>
        </p:nvSpPr>
        <p:spPr>
          <a:xfrm rot="2700000">
            <a:off x="3488613" y="3423119"/>
            <a:ext cx="702101" cy="680291"/>
          </a:xfrm>
          <a:prstGeom prst="plus">
            <a:avLst>
              <a:gd name="adj" fmla="val 44783"/>
            </a:avLst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6" name="십자형 225">
            <a:extLst>
              <a:ext uri="{FF2B5EF4-FFF2-40B4-BE49-F238E27FC236}">
                <a16:creationId xmlns:a16="http://schemas.microsoft.com/office/drawing/2014/main" id="{72EE97C6-6D90-A954-93AF-C6822C70129F}"/>
              </a:ext>
            </a:extLst>
          </p:cNvPr>
          <p:cNvSpPr/>
          <p:nvPr/>
        </p:nvSpPr>
        <p:spPr>
          <a:xfrm rot="2700000">
            <a:off x="5571568" y="5171813"/>
            <a:ext cx="702101" cy="680291"/>
          </a:xfrm>
          <a:prstGeom prst="plus">
            <a:avLst>
              <a:gd name="adj" fmla="val 44783"/>
            </a:avLst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8" name="Text Box 1099">
            <a:extLst>
              <a:ext uri="{FF2B5EF4-FFF2-40B4-BE49-F238E27FC236}">
                <a16:creationId xmlns:a16="http://schemas.microsoft.com/office/drawing/2014/main" id="{E599C176-560C-1E94-13A7-413AF8FA2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9220" y="4216171"/>
            <a:ext cx="939246" cy="185103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 upright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ko-KR" altLang="en-US" sz="1000" b="1" i="0" u="none" strike="noStrike" baseline="0" dirty="0">
                <a:solidFill>
                  <a:srgbClr val="000000"/>
                </a:solidFill>
                <a:latin typeface="netmarble Medium" panose="02020603020101020101" pitchFamily="18" charset="-127"/>
                <a:ea typeface="netmarble Medium" panose="02020603020101020101" pitchFamily="18" charset="-127"/>
              </a:rPr>
              <a:t>체크밸브</a:t>
            </a:r>
            <a:endParaRPr lang="en-US" altLang="ko-KR" sz="1000" b="1" i="0" u="none" strike="noStrike" baseline="0" dirty="0">
              <a:solidFill>
                <a:srgbClr val="000000"/>
              </a:solidFill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</p:txBody>
      </p:sp>
      <p:grpSp>
        <p:nvGrpSpPr>
          <p:cNvPr id="229" name="그룹 228"/>
          <p:cNvGrpSpPr/>
          <p:nvPr/>
        </p:nvGrpSpPr>
        <p:grpSpPr>
          <a:xfrm rot="10800000" flipH="1">
            <a:off x="6859128" y="2688052"/>
            <a:ext cx="324494" cy="425050"/>
            <a:chOff x="0" y="0"/>
            <a:chExt cx="289714" cy="427430"/>
          </a:xfrm>
        </p:grpSpPr>
        <p:grpSp>
          <p:nvGrpSpPr>
            <p:cNvPr id="230" name="그룹 229"/>
            <p:cNvGrpSpPr>
              <a:grpSpLocks/>
            </p:cNvGrpSpPr>
            <p:nvPr/>
          </p:nvGrpSpPr>
          <p:grpSpPr bwMode="auto">
            <a:xfrm rot="10800000" flipV="1">
              <a:off x="0" y="0"/>
              <a:ext cx="142934" cy="146876"/>
              <a:chOff x="0" y="0"/>
              <a:chExt cx="105971" cy="124895"/>
            </a:xfrm>
            <a:solidFill>
              <a:schemeClr val="bg1">
                <a:lumMod val="65000"/>
              </a:schemeClr>
            </a:solidFill>
          </p:grpSpPr>
          <p:sp>
            <p:nvSpPr>
              <p:cNvPr id="240" name="Rectangle 425"/>
              <p:cNvSpPr>
                <a:spLocks noChangeArrowheads="1"/>
              </p:cNvSpPr>
              <p:nvPr/>
            </p:nvSpPr>
            <p:spPr bwMode="auto">
              <a:xfrm rot="5400000">
                <a:off x="19678" y="56263"/>
                <a:ext cx="66616" cy="70648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  <p:sp>
            <p:nvSpPr>
              <p:cNvPr id="241" name="Rectangle 427"/>
              <p:cNvSpPr>
                <a:spLocks noChangeArrowheads="1"/>
              </p:cNvSpPr>
              <p:nvPr/>
            </p:nvSpPr>
            <p:spPr bwMode="auto">
              <a:xfrm rot="5400000">
                <a:off x="44586" y="-33023"/>
                <a:ext cx="16222" cy="82267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  <p:sp>
            <p:nvSpPr>
              <p:cNvPr id="242" name="Rectangle 428"/>
              <p:cNvSpPr>
                <a:spLocks noChangeArrowheads="1"/>
              </p:cNvSpPr>
              <p:nvPr/>
            </p:nvSpPr>
            <p:spPr bwMode="auto">
              <a:xfrm rot="5400000">
                <a:off x="19461" y="-3239"/>
                <a:ext cx="67050" cy="105971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</p:grpSp>
        <p:grpSp>
          <p:nvGrpSpPr>
            <p:cNvPr id="231" name="그룹 230"/>
            <p:cNvGrpSpPr>
              <a:grpSpLocks/>
            </p:cNvGrpSpPr>
            <p:nvPr/>
          </p:nvGrpSpPr>
          <p:grpSpPr bwMode="auto">
            <a:xfrm flipV="1">
              <a:off x="1" y="280554"/>
              <a:ext cx="142934" cy="146876"/>
              <a:chOff x="0" y="280554"/>
              <a:chExt cx="105971" cy="124895"/>
            </a:xfrm>
            <a:solidFill>
              <a:schemeClr val="bg1">
                <a:lumMod val="65000"/>
              </a:schemeClr>
            </a:solidFill>
          </p:grpSpPr>
          <p:sp>
            <p:nvSpPr>
              <p:cNvPr id="237" name="Rectangle 425"/>
              <p:cNvSpPr>
                <a:spLocks noChangeArrowheads="1"/>
              </p:cNvSpPr>
              <p:nvPr/>
            </p:nvSpPr>
            <p:spPr bwMode="auto">
              <a:xfrm rot="5400000">
                <a:off x="19678" y="336817"/>
                <a:ext cx="66616" cy="70648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  <p:sp>
            <p:nvSpPr>
              <p:cNvPr id="238" name="Rectangle 427"/>
              <p:cNvSpPr>
                <a:spLocks noChangeArrowheads="1"/>
              </p:cNvSpPr>
              <p:nvPr/>
            </p:nvSpPr>
            <p:spPr bwMode="auto">
              <a:xfrm rot="5400000">
                <a:off x="44586" y="247531"/>
                <a:ext cx="16222" cy="82267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  <p:sp>
            <p:nvSpPr>
              <p:cNvPr id="239" name="Rectangle 428"/>
              <p:cNvSpPr>
                <a:spLocks noChangeArrowheads="1"/>
              </p:cNvSpPr>
              <p:nvPr/>
            </p:nvSpPr>
            <p:spPr bwMode="auto">
              <a:xfrm rot="5400000">
                <a:off x="19461" y="277315"/>
                <a:ext cx="67050" cy="105971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</p:grpSp>
        <p:grpSp>
          <p:nvGrpSpPr>
            <p:cNvPr id="232" name="그룹 231"/>
            <p:cNvGrpSpPr/>
            <p:nvPr/>
          </p:nvGrpSpPr>
          <p:grpSpPr>
            <a:xfrm>
              <a:off x="121795" y="152326"/>
              <a:ext cx="167919" cy="120721"/>
              <a:chOff x="121794" y="152325"/>
              <a:chExt cx="163466" cy="122359"/>
            </a:xfrm>
          </p:grpSpPr>
          <p:sp>
            <p:nvSpPr>
              <p:cNvPr id="234" name="Rectangle 425"/>
              <p:cNvSpPr>
                <a:spLocks noChangeArrowheads="1"/>
              </p:cNvSpPr>
              <p:nvPr/>
            </p:nvSpPr>
            <p:spPr bwMode="auto">
              <a:xfrm rot="10800000" flipV="1">
                <a:off x="121794" y="172762"/>
                <a:ext cx="86381" cy="81485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  <p:sp>
            <p:nvSpPr>
              <p:cNvPr id="235" name="Rectangle 427"/>
              <p:cNvSpPr>
                <a:spLocks noChangeArrowheads="1"/>
              </p:cNvSpPr>
              <p:nvPr/>
            </p:nvSpPr>
            <p:spPr bwMode="auto">
              <a:xfrm rot="10800000" flipV="1">
                <a:off x="263803" y="166374"/>
                <a:ext cx="21457" cy="9493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  <p:sp>
            <p:nvSpPr>
              <p:cNvPr id="236" name="Rectangle 428"/>
              <p:cNvSpPr>
                <a:spLocks noChangeArrowheads="1"/>
              </p:cNvSpPr>
              <p:nvPr/>
            </p:nvSpPr>
            <p:spPr bwMode="auto">
              <a:xfrm rot="10800000" flipV="1">
                <a:off x="175116" y="152325"/>
                <a:ext cx="88687" cy="12235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700" b="0"/>
              </a:p>
            </p:txBody>
          </p:sp>
        </p:grpSp>
        <p:sp>
          <p:nvSpPr>
            <p:cNvPr id="233" name="Rectangle 429"/>
            <p:cNvSpPr>
              <a:spLocks noChangeArrowheads="1"/>
            </p:cNvSpPr>
            <p:nvPr/>
          </p:nvSpPr>
          <p:spPr bwMode="auto">
            <a:xfrm rot="5400000" flipV="1">
              <a:off x="-12124" y="155566"/>
              <a:ext cx="168689" cy="11208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b="0"/>
            </a:p>
          </p:txBody>
        </p:sp>
      </p:grpSp>
    </p:spTree>
    <p:extLst>
      <p:ext uri="{BB962C8B-B14F-4D97-AF65-F5344CB8AC3E}">
        <p14:creationId xmlns:p14="http://schemas.microsoft.com/office/powerpoint/2010/main" val="2397681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3839</TotalTime>
  <Words>82</Words>
  <Application>Microsoft Office PowerPoint</Application>
  <PresentationFormat>와이드스크린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netmarble Medium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Coway</dc:creator>
  <cp:lastModifiedBy>박찬흠[Water전장개발팀/팀원]</cp:lastModifiedBy>
  <cp:revision>87</cp:revision>
  <dcterms:created xsi:type="dcterms:W3CDTF">2018-10-12T07:21:50Z</dcterms:created>
  <dcterms:modified xsi:type="dcterms:W3CDTF">2026-03-30T11:17:32Z</dcterms:modified>
</cp:coreProperties>
</file>